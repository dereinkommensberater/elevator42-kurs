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4/10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4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Gleiche Leistung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Identisches Angebot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Gleiche Qualität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Gleicher Preis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Kaum gebucht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Anderer Erfolg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Verständliche Erklärung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Klare Nutzen-Kommunikation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Souveränes Auftreten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Regelmäßig gebucht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Nicht die Leistung macht den Unterschied – sondern wie Sie darüber sprechen.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4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Das 4-Schritte-Modell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Verstehen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belastet den Patienten? Aktiv zuhören.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Einordnen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Befund erklären. Orientierung geben.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Lösung vorschlagen. Mehrwert anbieten.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Absichern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Gutes Gefühl geben. Entscheidung bestärken.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4 · LEKTION 3-4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Patientensprache vs. Fachsprache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Fachsprache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Manuelle Therapie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30 Min. Zusatzleistung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Das müssten Sie selbst zahlen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Patientensprache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Gezielte Schmerzlinderung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Mehr Zeit für Ihre Beschwerden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Eine ergänzende Möglichkeit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statt Methode. Ergebnis statt Aufwand. Anbieten statt verkaufen.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4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Einwände souverän behandeln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Das ist mir zu teuer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Verstehen zeigen.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erklären.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Entscheidung offen lassen.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Kasse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Zahlt das die Kasse?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Erklären, warum nicht.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Trotzdem Wert betonen.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Viele entscheiden sich dafür.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Zweifel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Bringt das wirklich was?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Erfahrung teilen.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Ergebnisse nennen.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geben.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Nicht überzeugen wollen – sondern Sicherheit geben.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Nicht die Leistung macht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den Unterschied.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Sondern wie Sie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darüber sprechen.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5  →  Preisstrategie &amp; Honorargestaltung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4 – Kommunikation</dc:title>
  <dc:subject>PptxGenJS Presentation</dc:subject>
  <dc:creator>Elevator42</dc:creator>
  <cp:lastModifiedBy>Elevator42</cp:lastModifiedBy>
  <cp:revision>1</cp:revision>
  <dcterms:created xsi:type="dcterms:W3CDTF">2026-06-14T13:11:55Z</dcterms:created>
  <dcterms:modified xsi:type="dcterms:W3CDTF">2026-06-14T13:11:55Z</dcterms:modified>
</cp:coreProperties>
</file>