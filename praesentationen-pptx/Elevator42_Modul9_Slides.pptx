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82880"/>
            <a:ext cx="292608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109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772400" y="274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#09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Sichtbarkeit und Empfehlungen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&amp; Wachstum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Sichtbarkeit und Empfehlungen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0" y="2560320"/>
            <a:ext cx="2743200" cy="228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202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Marketing neu denken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20240" y="3054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Empfehlungen nutzen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92024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Kooperationen aufbauen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3675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20240" y="3675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Einfache Marketingmaßnahmen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7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  <p:sp>
        <p:nvSpPr>
          <p:cNvPr id="22" name="Shape 18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0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  <p:sp>
        <p:nvSpPr>
          <p:cNvPr id="26" name="Text 21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9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neu denken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1148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≠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Werbung machen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Menschen überzeugen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Aufdringlich sein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Social Media um jeden Preis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280160"/>
            <a:ext cx="41148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=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006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Vertrauen aufbauen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006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Sichtbarkeit schaffen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006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Hilfe bei der Entscheidung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006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Langfristige Beziehungen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65760" y="365760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365760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Marketing heißt: Menschen helfen, die richtige Entscheidung zu treffen.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3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9 · LEKTION 2-3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Empfehlungen &amp; Kooperationen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28016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Bewertungen aktiv einholen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Zufriedene Patienten gezielt ansprechen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201168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Empfehlungsprogramm starten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Einfacher Mechanismus für Weiterempfehlung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77977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274320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Kooperationspartner finden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6616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Gemeinsame Zielgruppe, gemeinsamer Mehrwert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347472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7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Netzwerk pflegen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661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Regelmäßiger Austausch mit Partnern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9 · LEKTION 4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Das Marketing-System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200400" y="1280160"/>
            <a:ext cx="2743200" cy="749808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0" y="1298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Empfehlung &amp; Wachstum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0040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Systematisch neue Patienten gewinnen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86000" y="2286000"/>
            <a:ext cx="4572000" cy="749808"/>
          </a:xfrm>
          <a:prstGeom prst="rect">
            <a:avLst/>
          </a:prstGeom>
          <a:solidFill>
            <a:srgbClr val="893163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286000" y="2304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Vertrauen aufbauen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286000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Team schulen, Kommunikation optimieren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371600" y="3291840"/>
            <a:ext cx="6400800" cy="749808"/>
          </a:xfrm>
          <a:prstGeom prst="rect">
            <a:avLst/>
          </a:prstGeom>
          <a:solidFill>
            <a:srgbClr val="1F4E7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371600" y="3310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Sichtbarkeit schaffen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71600" y="3675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Website, Google, Bewertungen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0" y="13716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Phase 1: Sichtbarkeit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Phase 2: Vertrauen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Phase 3: Wachstum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= 3-Monats-Blueprint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6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9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bedeutet nicht,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Menschen zu überzeugen.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Sondern ihnen zu helfen,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die richtige Entscheidung zu treffen.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10  →  Controlling &amp; Optimierung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9 – Marketing &amp; Wachstum</dc:title>
  <dc:subject>PptxGenJS Presentation</dc:subject>
  <dc:creator>Elevator42</dc:creator>
  <cp:lastModifiedBy>Elevator42</cp:lastModifiedBy>
  <cp:revision>1</cp:revision>
  <dcterms:created xsi:type="dcterms:W3CDTF">2026-05-28T13:42:43Z</dcterms:created>
  <dcterms:modified xsi:type="dcterms:W3CDTF">2026-05-28T13:42:43Z</dcterms:modified>
</cp:coreProperties>
</file>