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93008" cy="5148072"/>
          </a:xfrm>
          <a:prstGeom prst="rect">
            <a:avLst/>
          </a:prstGeom>
          <a:solidFill>
            <a:srgbClr val="1F4E79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182880"/>
            <a:ext cx="2194560" cy="5943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74320" y="1097280"/>
            <a:ext cx="3035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7" name="Text 2"/>
          <p:cNvSpPr/>
          <p:nvPr/>
        </p:nvSpPr>
        <p:spPr>
          <a:xfrm>
            <a:off x="274320" y="3108960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für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8" name="Shape 3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5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389120" y="2834640"/>
            <a:ext cx="4206240" cy="169164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1"/>
          <p:cNvSpPr/>
          <p:nvPr/>
        </p:nvSpPr>
        <p:spPr>
          <a:xfrm>
            <a:off x="4617720" y="3063240"/>
            <a:ext cx="411480" cy="411480"/>
          </a:xfrm>
          <a:prstGeom prst="oval">
            <a:avLst/>
          </a:prstGeom>
          <a:solidFill>
            <a:srgbClr val="1F4E79">
              <a:alpha val="75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5120640" y="30358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A1A2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3/10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617720" y="3474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Patient Journey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617720" y="4023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Kontaktpunkte optimieren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2926080" cy="3474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 O D U L Ü B E R S I C H T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40080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640080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640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01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75488" y="896112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Grundlagen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75488" y="126187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PKV &amp; Selbstzahler verstehen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172968" y="640080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72968" y="640080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2" name="Text 9"/>
          <p:cNvSpPr/>
          <p:nvPr/>
        </p:nvSpPr>
        <p:spPr>
          <a:xfrm>
            <a:off x="3264408" y="640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02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282696" y="896112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Positionierung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282696" y="126187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Angebotsschärfung für Privatpatienten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980176" y="640080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80176" y="640080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7" name="Text 14"/>
          <p:cNvSpPr/>
          <p:nvPr/>
        </p:nvSpPr>
        <p:spPr>
          <a:xfrm>
            <a:off x="6071616" y="640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03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6089904" y="896112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Patient Journey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089904" y="126187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Kontaktpunkte optimieren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65760" y="1709928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65760" y="1709928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17099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04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475488" y="1965960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Kommunikation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75488" y="23317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Gesprächsführung mit Privatpatienten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3172968" y="1709928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172968" y="1709928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7" name="Text 24"/>
          <p:cNvSpPr/>
          <p:nvPr/>
        </p:nvSpPr>
        <p:spPr>
          <a:xfrm>
            <a:off x="3264408" y="17099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05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3282696" y="1965960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Preisstrategie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3282696" y="23317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Honorargestaltung für Selbstzahler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980176" y="1709928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980176" y="1709928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2" name="Text 29"/>
          <p:cNvSpPr/>
          <p:nvPr/>
        </p:nvSpPr>
        <p:spPr>
          <a:xfrm>
            <a:off x="6071616" y="17099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06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6089904" y="1965960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Service &amp; Erlebnis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089904" y="23317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WOW-Effekte für Patienten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365760" y="2779776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365760" y="2779776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7" name="Text 34"/>
          <p:cNvSpPr/>
          <p:nvPr/>
        </p:nvSpPr>
        <p:spPr>
          <a:xfrm>
            <a:off x="457200" y="27797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07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475488" y="303580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Recht &amp; Ethik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475488" y="340156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Sicherheit und Vertrauen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3172968" y="2779776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3172968" y="2779776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42" name="Text 39"/>
          <p:cNvSpPr/>
          <p:nvPr/>
        </p:nvSpPr>
        <p:spPr>
          <a:xfrm>
            <a:off x="3264408" y="27797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08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3282696" y="303580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Umsetzung &amp; Team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3282696" y="340156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Nachhaltige Integration in den Praxisalltag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5980176" y="2779776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980176" y="2779776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47" name="Text 44"/>
          <p:cNvSpPr/>
          <p:nvPr/>
        </p:nvSpPr>
        <p:spPr>
          <a:xfrm>
            <a:off x="6071616" y="27797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09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6089904" y="303580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Marketing &amp; Wachstum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6089904" y="340156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Sichtbarkeit und Empfehlungen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65760" y="3849624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365760" y="3849624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52" name="Text 49"/>
          <p:cNvSpPr/>
          <p:nvPr/>
        </p:nvSpPr>
        <p:spPr>
          <a:xfrm>
            <a:off x="457200" y="384962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10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475488" y="4105656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Controlling</a:t>
            </a:r>
            <a:endParaRPr lang="en-US" sz="1400" dirty="0"/>
          </a:p>
        </p:txBody>
      </p:sp>
      <p:sp>
        <p:nvSpPr>
          <p:cNvPr id="54" name="Text 51"/>
          <p:cNvSpPr/>
          <p:nvPr/>
        </p:nvSpPr>
        <p:spPr>
          <a:xfrm>
            <a:off x="475488" y="4471416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Optimierung &amp; kontinuierliche Verbesserung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1450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3 · LEKTION 1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Die Patient Journey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31673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1316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0120" y="128016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97280" y="1280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Problem entsteht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566160" y="1280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Ich habe Schmerzen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65760" y="204825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60120" y="201168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09728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Recherche beginnt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566160" y="2011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Google, Empfehlungen, Bewertungen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277977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60120" y="274320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097280" y="2743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Vergleich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566160" y="2743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Praxen werden verglichen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65760" y="351129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23" name="Text 20"/>
          <p:cNvSpPr/>
          <p:nvPr/>
        </p:nvSpPr>
        <p:spPr>
          <a:xfrm>
            <a:off x="36576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60120" y="347472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1097280" y="3474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Kontakt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566160" y="3474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Telefon, Website, Terminbuchung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365760" y="424281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28" name="Text 25"/>
          <p:cNvSpPr/>
          <p:nvPr/>
        </p:nvSpPr>
        <p:spPr>
          <a:xfrm>
            <a:off x="365760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960120" y="420624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109728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Besuch &amp; Entscheidung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3566160" y="42062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Erster Eindruck, Behandlung, Nachsorge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34" name="Shape 30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5" name="Text 31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5166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7785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3 · LEKTION 2-3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Online &amp; Telefon optimieren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371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05840" y="1371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Website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1783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Leistungen klar? Mobil-optimiert? Vertrauenssignale? Terminbuchung?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480560" y="128016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80560" y="128016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4" name="Text 11"/>
          <p:cNvSpPr/>
          <p:nvPr/>
        </p:nvSpPr>
        <p:spPr>
          <a:xfrm>
            <a:off x="4617720" y="1371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120640" y="1371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Google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663440" y="1783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Werden Sie gefunden? Bewertungen? Google My Business?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283464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5760" y="283464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29260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005840" y="2926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Telefon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48640" y="33375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Freundlich, strukturiert? Mehrwert anbieten? Termin sichern?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480560" y="283464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480560" y="283464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4" name="Text 21"/>
          <p:cNvSpPr/>
          <p:nvPr/>
        </p:nvSpPr>
        <p:spPr>
          <a:xfrm>
            <a:off x="4617720" y="29260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5120640" y="2926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Ersttermin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663440" y="33375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Anmeldung einfach? Wartezeit kommuniziert? Informiert?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0" name="Text 26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1450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3 · LEKTION 4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Momente der Wahrheit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54864" cy="62179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28016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Eingang &amp; Empfang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291840" y="128016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10 Sekunden für den ersten Eindruck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65760" y="205740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2057400"/>
            <a:ext cx="54864" cy="62179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05740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Wartebereich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291840" y="205740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Atmosphäre, Sauberkeit, Wartezeit-Info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65760" y="283464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2834640"/>
            <a:ext cx="54864" cy="62179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283464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Behandlung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291840" y="283464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Erklärung, Empathie, Zeit nehmen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65760" y="361188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65760" y="3611880"/>
            <a:ext cx="54864" cy="62179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361188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Verabschiedung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291840" y="361188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Folgetermin, Feedback, gutes Gefühl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6" name="Text 22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1450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3 · LEKTION 5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Die perfekte Patient Journey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200400" y="1280160"/>
            <a:ext cx="2743200" cy="749808"/>
          </a:xfrm>
          <a:prstGeom prst="rect">
            <a:avLst/>
          </a:prstGeom>
          <a:solidFill>
            <a:srgbClr val="2D6A4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200400" y="12984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Begeisterung &amp; Empfehlung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200400" y="1664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WOW-Effekt → Patienten empfehlen Sie weiter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286000" y="2286000"/>
            <a:ext cx="4572000" cy="749808"/>
          </a:xfrm>
          <a:prstGeom prst="rect">
            <a:avLst/>
          </a:prstGeom>
          <a:solidFill>
            <a:srgbClr val="893163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286000" y="23042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Reibungsloser Ablauf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286000" y="2670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Wartezeit, Freundlichkeit, klare Information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371600" y="3291840"/>
            <a:ext cx="6400800" cy="749808"/>
          </a:xfrm>
          <a:prstGeom prst="rect">
            <a:avLst/>
          </a:prstGeom>
          <a:solidFill>
            <a:srgbClr val="1F4E7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371600" y="33101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Gefunden &amp; Verstanden werden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371600" y="36758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Website, Google, Telefon – leicht erreichbar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400800" y="13716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Jeder Kontaktpunkt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ist eine Chance –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oder ein Risiko.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0" name="Text 16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931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Kernbotschaft Modul 3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914400" y="1463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Ein Patient entscheidet sich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für Ihre Praxis...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286000" y="2377440"/>
            <a:ext cx="4572000" cy="13716"/>
          </a:xfrm>
          <a:prstGeom prst="rect">
            <a:avLst/>
          </a:prstGeom>
          <a:solidFill>
            <a:srgbClr val="893163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560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...lange bevor er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bei Ihnen anruft.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103120" y="3749040"/>
            <a:ext cx="4937760" cy="457200"/>
          </a:xfrm>
          <a:prstGeom prst="rect">
            <a:avLst/>
          </a:prstGeom>
          <a:solidFill>
            <a:srgbClr val="F5C51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286000" y="3749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WEITER MIT MODUL 4  →  Kommunikation &amp; Gesprächsführung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9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  <p:sp>
        <p:nvSpPr>
          <p:cNvPr id="14" name="Text 10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93008" cy="5148072"/>
          </a:xfrm>
          <a:prstGeom prst="rect">
            <a:avLst/>
          </a:prstGeom>
          <a:solidFill>
            <a:srgbClr val="1F4E79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182880"/>
            <a:ext cx="2194560" cy="5943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74320" y="1097280"/>
            <a:ext cx="3035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7" name="Text 2"/>
          <p:cNvSpPr/>
          <p:nvPr/>
        </p:nvSpPr>
        <p:spPr>
          <a:xfrm>
            <a:off x="274320" y="3108960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für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8" name="Shape 3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5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3 – Patient Journey</dc:title>
  <dc:subject>PptxGenJS Presentation</dc:subject>
  <dc:creator>Elevator42</dc:creator>
  <cp:lastModifiedBy>Elevator42</cp:lastModifiedBy>
  <cp:revision>1</cp:revision>
  <dcterms:created xsi:type="dcterms:W3CDTF">2026-06-14T12:41:08Z</dcterms:created>
  <dcterms:modified xsi:type="dcterms:W3CDTF">2026-06-14T12:41:08Z</dcterms:modified>
</cp:coreProperties>
</file>