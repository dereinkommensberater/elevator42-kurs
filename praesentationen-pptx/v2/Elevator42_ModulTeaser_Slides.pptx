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Teaser-Modul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Privatpatienten &amp; Selbstzahler gewinnen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KPIs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Viele Praxen — ein bekanntes Muster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viele erleben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Zu wenig Zeit, zu viel Organisation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Unsicherheit bei Honoraren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Wachstum = mehr Termine = mehr Stress?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Patienten mit immer höheren Erwartungen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erfolgreiche Praxen arbeiten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Strukturierter, klarer und wirtschaftlicher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Umsatz pro Patient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Bessere Planbarkeit und Qualität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Häufig sogar: weniger Stress im Alltag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Frage ist nicht: Mehr Patienten? Sondern: Wirtschaftlich intelligenter arbeiten.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eigentliche Problem: 3 fehlende Hebel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werden nicht aktiv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erklärt — Patienten verstehen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den Nutzen nicht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Telefonate verlaufen zufällig,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Abläufe fehlen — enormes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Potenzial geht verloren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klare Struktur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Zusatzleistungen wirken wie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Verkauf statt Mehrwert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Sie konkret erhalten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10 Wissensmodule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30+ Videoeinheiten, aufeinander aufbauend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Arbeitsmaterialien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Checklisten, Gesprächsleitfäden, direkt einsetzbare Formulierungen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Rollenspiele &amp; Training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Praxisnahes Training für das gesamte Praxisteam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Teamlizenz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 Arbeitsmaterialien für das gesamte Team inklusive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erfolgreichsten Praxen der Zukunft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verkaufen nicht mehr.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kommunizieren klarer, strukturierter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wertiger.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  →  Grundlagen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Teaser-Modul – Mehr Privatpatienten &amp; Selbstzahler gewinnen</dc:title>
  <dc:subject>PptxGenJS Presentation</dc:subject>
  <dc:creator>Elevator42</dc:creator>
  <cp:lastModifiedBy>Elevator42</cp:lastModifiedBy>
  <cp:revision>1</cp:revision>
  <dcterms:created xsi:type="dcterms:W3CDTF">2026-06-14T13:12:01Z</dcterms:created>
  <dcterms:modified xsi:type="dcterms:W3CDTF">2026-06-14T13:12:01Z</dcterms:modified>
</cp:coreProperties>
</file>