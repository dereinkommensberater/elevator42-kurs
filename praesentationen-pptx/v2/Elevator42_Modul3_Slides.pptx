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Problem entsteht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habe Schmerzen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Recherche beginnt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Google, Empfehlungen, Bewertungen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Vergleich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Praxen werden verglichen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Kontakt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Telefon, Website, Terminbuchung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5760" y="424281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8" name="Text 25"/>
          <p:cNvSpPr/>
          <p:nvPr/>
        </p:nvSpPr>
        <p:spPr>
          <a:xfrm>
            <a:off x="365760" y="42428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960120" y="420624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097280" y="4206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Besuch &amp; Entscheidung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566160" y="42062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Erster Eindruck, Behandlung, Nachsorge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5" name="Text 3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Online &amp; Telefon optimieren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Website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klar? Mobil-optimiert? Vertrauenssignale? Terminbuchung?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Google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Werden Sie gefunden? Bewertungen? Google My Business?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Telefon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Freundlich, strukturiert? Mehrwert anbieten? Termin sichern?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Ersttermin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Anmeldung einfach? Wartezeit kommuniziert? Informiert?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Eingang &amp; Empfang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10 Sekunden für den ersten Eindruck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Wartebereich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Atmosphäre, Sauberkeit, Wartezeit-Info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Behandlung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Erklärung, Empathie, Zeit nehmen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Verabschiedung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Feedback, gutes Gefühl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3 · LEKTION 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perfekte Patient Journey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Begeisterung &amp; Empfehlung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 → Patienten empfehlen Sie weiter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Reibungsloser Ablauf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Wartezeit, Freundlichkeit, klare Information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Gefunden &amp; Verstanden werden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Telefon – leicht erreichbar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Jeder Kontaktpunkt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ist eine Chance –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oder ein Risiko.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 Patient entscheidet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für Ihre Praxis...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...lange bevor 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bei Ihnen anruft.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4  →  Kommunikation &amp; Gesprächsführung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3 – Patient Journey</dc:title>
  <dc:subject>PptxGenJS Presentation</dc:subject>
  <dc:creator>Elevator42</dc:creator>
  <cp:lastModifiedBy>Elevator42</cp:lastModifiedBy>
  <cp:revision>1</cp:revision>
  <dcterms:created xsi:type="dcterms:W3CDTF">2026-06-14T12:48:10Z</dcterms:created>
  <dcterms:modified xsi:type="dcterms:W3CDTF">2026-06-14T12:48:10Z</dcterms:modified>
</cp:coreProperties>
</file>