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931920" cy="5148072"/>
          </a:xfrm>
          <a:prstGeom prst="rect">
            <a:avLst/>
          </a:prstGeom>
          <a:solidFill>
            <a:srgbClr val="1F4E79">
              <a:alpha val="80000"/>
            </a:srgbClr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65760" y="91440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365760" y="3017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fuer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5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65760" y="182880"/>
            <a:ext cx="2926080" cy="7772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7772400" y="109728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spc="300" kern="0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</a:t>
            </a:r>
            <a:endParaRPr lang="en-US" sz="800" dirty="0"/>
          </a:p>
        </p:txBody>
      </p:sp>
      <p:sp>
        <p:nvSpPr>
          <p:cNvPr id="5" name="Text 2"/>
          <p:cNvSpPr/>
          <p:nvPr/>
        </p:nvSpPr>
        <p:spPr>
          <a:xfrm>
            <a:off x="7772400" y="274320"/>
            <a:ext cx="1005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#06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457200" y="11430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365760" y="146304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4800" dirty="0"/>
          </a:p>
        </p:txBody>
      </p:sp>
      <p:sp>
        <p:nvSpPr>
          <p:cNvPr id="8" name="Text 5"/>
          <p:cNvSpPr/>
          <p:nvPr/>
        </p:nvSpPr>
        <p:spPr>
          <a:xfrm>
            <a:off x="457200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1828800" y="2560320"/>
            <a:ext cx="2743200" cy="2286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10" name="Text 7"/>
          <p:cNvSpPr/>
          <p:nvPr/>
        </p:nvSpPr>
        <p:spPr>
          <a:xfrm>
            <a:off x="731520" y="27432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Lektion 1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1920240" y="2743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Warum Service über Bindung entscheidet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731520" y="30540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Lektion 2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1920240" y="305409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Momente der Wahrheit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731520" y="336499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Lektion 3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920240" y="336499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Service-Differenzierung konkret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731520" y="367588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Lektion 4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1920240" y="367588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Wartezeit &amp; Terminmanagement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731520" y="398678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Lektion 5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920240" y="398678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bewusst erzeugen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3" name="Text 19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50" dirty="0"/>
          </a:p>
        </p:txBody>
      </p:sp>
      <p:sp>
        <p:nvSpPr>
          <p:cNvPr id="24" name="Shape 20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2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50" dirty="0"/>
          </a:p>
        </p:txBody>
      </p:sp>
      <p:sp>
        <p:nvSpPr>
          <p:cNvPr id="28" name="Text 23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ELEVATOR42  –  SMARTER WAYS TO LEARN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71450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6413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6 · LEKTION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Warum Service über Bindung entscheidet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54864" cy="62179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128016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Standardversorgung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3291840" y="128016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Wird erwartet – aber nicht empfohlen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65760" y="205740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65760" y="2057400"/>
            <a:ext cx="54864" cy="62179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3" name="Text 10"/>
          <p:cNvSpPr/>
          <p:nvPr/>
        </p:nvSpPr>
        <p:spPr>
          <a:xfrm>
            <a:off x="640080" y="205740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Guter Service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91840" y="205740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Wird geschätzt – und bleibt im Gedächtnis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65760" y="2834640"/>
            <a:ext cx="6766560" cy="621792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65760" y="2834640"/>
            <a:ext cx="54864" cy="621792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2834640"/>
            <a:ext cx="2560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WOW-Erlebnis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3291840" y="2834640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Wird weiterempfohlen – und erzeugt Loyalität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2" name="Text 18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6 · LEKTION 2-3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Momente der Wahrheit im Detail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Begrüßung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Blickkontakt, Lächeln, Name – in den ersten 10 Sekunden.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Wartezeit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Nicht die Dauer zählt – sondern ob sie kommuniziert wird.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Erklärung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Verständlich, empathisch, auf Augenhöhe.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Abschied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Folgetermin, Zusammenfassung, gutes Gefühl.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85166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7785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6 · LEKTION 4-5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ELEVATOR42  –  SMARTER WAYS TO LEARN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WOW-Effekte erzeugen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260604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36576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Kleine Geste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65760" y="187452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Unerwartet &amp; persönlich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4864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Nachsorge-Anruf.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Kleine Aufmerksamkeit.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Persönliche Notiz.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00400" y="1280160"/>
            <a:ext cx="2606040" cy="4572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320040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Service+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3200400" y="187452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Über Standard hinaus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338328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Bevorzugter Termin.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Individueller Plan.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Digitaler Bericht.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3504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035040" y="1280160"/>
            <a:ext cx="260604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9" name="Text 16"/>
          <p:cNvSpPr/>
          <p:nvPr/>
        </p:nvSpPr>
        <p:spPr>
          <a:xfrm>
            <a:off x="603504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Erlebnis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6035040" y="1874520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Ganzheitlich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621792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Atmosphäre.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Team-Auftreten.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Konsistenz überall.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365760" y="384048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3" name="Shape 20"/>
          <p:cNvSpPr/>
          <p:nvPr/>
        </p:nvSpPr>
        <p:spPr>
          <a:xfrm>
            <a:off x="365760" y="384048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548640" y="3840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Begeisterung entsteht nicht durch mehr vom Gleichen – sondern durch unerwartete Qualität.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27" name="Shape 23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8" name="Text 24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6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Patienten erinnern sich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nicht an jede Einzelheit.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Aber sie erinnern sich genau,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wie sie sich gefühlt haben.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7  →  Recht &amp; Ethik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5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ELEVATOR42  –  SMARTER WAYS TO LEARN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931920" cy="5148072"/>
          </a:xfrm>
          <a:prstGeom prst="rect">
            <a:avLst/>
          </a:prstGeom>
          <a:solidFill>
            <a:srgbClr val="1F4E79">
              <a:alpha val="80000"/>
            </a:srgbClr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65760" y="914400"/>
            <a:ext cx="34747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6" name="Text 2"/>
          <p:cNvSpPr/>
          <p:nvPr/>
        </p:nvSpPr>
        <p:spPr>
          <a:xfrm>
            <a:off x="365760" y="3017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fuer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7" name="Shape 3"/>
          <p:cNvSpPr/>
          <p:nvPr/>
        </p:nvSpPr>
        <p:spPr>
          <a:xfrm>
            <a:off x="7269480" y="3520440"/>
            <a:ext cx="1737360" cy="141732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3566160"/>
            <a:ext cx="1645920" cy="118872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7315200" y="4590288"/>
            <a:ext cx="1645920" cy="164592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0" name="Text 5"/>
          <p:cNvSpPr/>
          <p:nvPr/>
        </p:nvSpPr>
        <p:spPr>
          <a:xfrm>
            <a:off x="7360920" y="45902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 6 – Service &amp; Erlebnis</dc:title>
  <dc:subject>PptxGenJS Presentation</dc:subject>
  <dc:creator>Elevator42</dc:creator>
  <cp:lastModifiedBy>Elevator42</cp:lastModifiedBy>
  <cp:revision>1</cp:revision>
  <dcterms:created xsi:type="dcterms:W3CDTF">2026-05-28T13:42:43Z</dcterms:created>
  <dcterms:modified xsi:type="dcterms:W3CDTF">2026-05-28T13:42:43Z</dcterms:modified>
</cp:coreProperties>
</file>