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931920" cy="5148072"/>
          </a:xfrm>
          <a:prstGeom prst="rect">
            <a:avLst/>
          </a:prstGeom>
          <a:solidFill>
            <a:srgbClr val="1F4E79">
              <a:alpha val="80000"/>
            </a:srgbClr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365760" y="914400"/>
            <a:ext cx="3474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gewinnen</a:t>
            </a:r>
            <a:endParaRPr lang="en-US" sz="3000" dirty="0"/>
          </a:p>
        </p:txBody>
      </p:sp>
      <p:sp>
        <p:nvSpPr>
          <p:cNvPr id="6" name="Text 2"/>
          <p:cNvSpPr/>
          <p:nvPr/>
        </p:nvSpPr>
        <p:spPr>
          <a:xfrm>
            <a:off x="365760" y="30175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Wachstumsstrategie fuer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0" name="Text 5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0:24</a:t>
            </a:r>
            <a:endParaRPr lang="en-US" sz="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8931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82880"/>
            <a:ext cx="2926080" cy="777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772400" y="109728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7772400" y="27432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#05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457200" y="1143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D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Honorargestaltung für Selbstzahler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65760" y="1463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F4E7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Preisstrategie</a:t>
            </a:r>
            <a:endParaRPr lang="en-US" sz="4800" dirty="0"/>
          </a:p>
        </p:txBody>
      </p:sp>
      <p:sp>
        <p:nvSpPr>
          <p:cNvPr id="8" name="Text 5"/>
          <p:cNvSpPr/>
          <p:nvPr/>
        </p:nvSpPr>
        <p:spPr>
          <a:xfrm>
            <a:off x="457200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D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Honorargestaltung für Selbstzahler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1828800" y="2560320"/>
            <a:ext cx="2743200" cy="2286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10" name="Text 7"/>
          <p:cNvSpPr/>
          <p:nvPr/>
        </p:nvSpPr>
        <p:spPr>
          <a:xfrm>
            <a:off x="731520" y="27432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3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Lektion 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920240" y="27432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Preisstrategie entscheidend ist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31520" y="30540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3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Lektion 2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920240" y="30540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Preislogik verstehen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31520" y="33649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3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Lektion 3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920240" y="336499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Preispsychologie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31520" y="36758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3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Lektion 4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1920240" y="367588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Paketpreise vs. Einzelleistungen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31520" y="39867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3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Lektion 5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1920240" y="398678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Preise souverän kommunizieren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31520" y="42976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3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Lektion 6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920240" y="42976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Typische Preisfehler vermeiden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5" name="Text 21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0:24</a:t>
            </a:r>
            <a:endParaRPr lang="en-US" sz="650" dirty="0"/>
          </a:p>
        </p:txBody>
      </p:sp>
      <p:sp>
        <p:nvSpPr>
          <p:cNvPr id="26" name="Shape 22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28" name="Shape 23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9" name="Text 24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0:24</a:t>
            </a:r>
            <a:endParaRPr lang="en-US" sz="650" dirty="0"/>
          </a:p>
        </p:txBody>
      </p:sp>
      <p:sp>
        <p:nvSpPr>
          <p:cNvPr id="30" name="Text 25"/>
          <p:cNvSpPr/>
          <p:nvPr/>
        </p:nvSpPr>
        <p:spPr>
          <a:xfrm>
            <a:off x="36576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ELEVATOR42  –  SMARTER WAYS TO LEARN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5 · LEKTION 1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ELEVATOR42  –  SMARTER WAYS TO LEARN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Warum Preisstrategie entscheidet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4114800" cy="2468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4114800" cy="4572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6"/>
          <p:cNvSpPr/>
          <p:nvPr/>
        </p:nvSpPr>
        <p:spPr>
          <a:xfrm>
            <a:off x="59436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Praxis A – 60 €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59436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Günstiger Preis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9436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Hohe Patientenzahl nötig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59436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Wenig Spielraum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94360" y="2971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93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Billig = gut?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572000" y="1280160"/>
            <a:ext cx="4114800" cy="2468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572000" y="1280160"/>
            <a:ext cx="4114800" cy="4572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6" name="Text 13"/>
          <p:cNvSpPr/>
          <p:nvPr/>
        </p:nvSpPr>
        <p:spPr>
          <a:xfrm>
            <a:off x="480060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Praxis B – 120 €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480060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Premium-Positionierung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480060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Weniger Patienten, höherer Umsatz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480060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Mehr Zeit pro Patient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4800600" y="2971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93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Qualitaet hat ihren Wert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365760" y="3657600"/>
            <a:ext cx="6766560" cy="365760"/>
          </a:xfrm>
          <a:prstGeom prst="rect">
            <a:avLst/>
          </a:prstGeom>
          <a:solidFill>
            <a:srgbClr val="F3E8EF"/>
          </a:solidFill>
          <a:ln/>
        </p:spPr>
      </p:sp>
      <p:sp>
        <p:nvSpPr>
          <p:cNvPr id="22" name="Shape 19"/>
          <p:cNvSpPr/>
          <p:nvPr/>
        </p:nvSpPr>
        <p:spPr>
          <a:xfrm>
            <a:off x="365760" y="3657600"/>
            <a:ext cx="45720" cy="36576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3" name="Text 20"/>
          <p:cNvSpPr/>
          <p:nvPr/>
        </p:nvSpPr>
        <p:spPr>
          <a:xfrm>
            <a:off x="548640" y="3657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93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Beide Praxen haben Patienten – aber unterschiedliche Geschäftsmodelle.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7" name="Text 23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0:24</a:t>
            </a:r>
            <a:endParaRPr lang="en-US" sz="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85166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7785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5 · LEKTION 2-3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ELEVATOR42  –  SMARTER WAYS TO LEARN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Preislogik &amp; Psychologie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31673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8" name="Text 5"/>
          <p:cNvSpPr/>
          <p:nvPr/>
        </p:nvSpPr>
        <p:spPr>
          <a:xfrm>
            <a:off x="365760" y="13167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960120" y="128016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1097280" y="12801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Kosten kennen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3566160" y="12801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Material, Zeit, Raum, Aufwand kalkulieren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65760" y="204825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13" name="Text 10"/>
          <p:cNvSpPr/>
          <p:nvPr/>
        </p:nvSpPr>
        <p:spPr>
          <a:xfrm>
            <a:off x="365760" y="2048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960120" y="201168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1097280" y="2011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Marge festlegen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566160" y="20116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30-50% Marge für wirtschaftliche Tragfähigkeit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65760" y="277977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18" name="Text 15"/>
          <p:cNvSpPr/>
          <p:nvPr/>
        </p:nvSpPr>
        <p:spPr>
          <a:xfrm>
            <a:off x="365760" y="27797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960120" y="274320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1097280" y="27432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Markt vergleichen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3566160" y="27432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Wettbewerb kennen, nicht kopieren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365760" y="351129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23" name="Text 20"/>
          <p:cNvSpPr/>
          <p:nvPr/>
        </p:nvSpPr>
        <p:spPr>
          <a:xfrm>
            <a:off x="365760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960120" y="347472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1097280" y="3474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Nutzen kommunizieren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3566160" y="347472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Immer Nutzen VOR Preis nennen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0" name="Text 26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0:24</a:t>
            </a:r>
            <a:endParaRPr lang="en-US" sz="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5 · LEKTION 4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ELEVATOR42  –  SMARTER WAYS TO LEARN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Paketpreise vs. Einzelleistungen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2606040" cy="265176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2606040" cy="4572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6"/>
          <p:cNvSpPr/>
          <p:nvPr/>
        </p:nvSpPr>
        <p:spPr>
          <a:xfrm>
            <a:off x="365760" y="148132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Einzel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365760" y="1874520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93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Termin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48640" y="22402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Flexibel.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Aber: vergleichbar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 austauschbar.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200400" y="1280160"/>
            <a:ext cx="2606040" cy="265176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200400" y="1280160"/>
            <a:ext cx="2606040" cy="4572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4" name="Text 11"/>
          <p:cNvSpPr/>
          <p:nvPr/>
        </p:nvSpPr>
        <p:spPr>
          <a:xfrm>
            <a:off x="3200400" y="148132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Paket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3200400" y="1874520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93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Gebündelt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3383280" y="22402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Höhere Wertigkeit.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Weniger vergleichbar.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Mehr Bindung.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Besseres Erlebnis.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035040" y="1280160"/>
            <a:ext cx="2606040" cy="265176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035040" y="1280160"/>
            <a:ext cx="2606040" cy="4572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9" name="Text 16"/>
          <p:cNvSpPr/>
          <p:nvPr/>
        </p:nvSpPr>
        <p:spPr>
          <a:xfrm>
            <a:off x="6035040" y="148132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Premium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6035040" y="1874520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93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Exklusiv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6217920" y="22402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Maximale Individualisierung.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Höchster Nutzen.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Stärkste Bindung.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Beste Marge.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365760" y="3840480"/>
            <a:ext cx="6766560" cy="365760"/>
          </a:xfrm>
          <a:prstGeom prst="rect">
            <a:avLst/>
          </a:prstGeom>
          <a:solidFill>
            <a:srgbClr val="F3E8EF"/>
          </a:solidFill>
          <a:ln/>
        </p:spPr>
      </p:sp>
      <p:sp>
        <p:nvSpPr>
          <p:cNvPr id="23" name="Shape 20"/>
          <p:cNvSpPr/>
          <p:nvPr/>
        </p:nvSpPr>
        <p:spPr>
          <a:xfrm>
            <a:off x="365760" y="3840480"/>
            <a:ext cx="45720" cy="36576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4" name="Text 21"/>
          <p:cNvSpPr/>
          <p:nvPr/>
        </p:nvSpPr>
        <p:spPr>
          <a:xfrm>
            <a:off x="548640" y="3840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93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Paket ist kein Rabatt – sondern ein durchdachtes Gesamtangebot.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27" name="Shape 23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8" name="Text 24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0:24</a:t>
            </a:r>
            <a:endParaRPr lang="en-US" sz="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85166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7785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5 · LEKTION 5-6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ELEVATOR42  –  SMARTER WAYS TO LEARN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Typische Preisfehler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54864" cy="62179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28016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Zu billig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3291840" y="128016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Signalisiert geringe Qualität oder Unsicherheit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65760" y="205740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65760" y="2057400"/>
            <a:ext cx="54864" cy="62179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205740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Keine Kalkulation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291840" y="205740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Preise aus dem Bauch heraus – nicht nachhaltig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365760" y="283464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65760" y="2834640"/>
            <a:ext cx="54864" cy="62179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283464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Rechtfertigung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3291840" y="283464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 weiß, das ist nicht billig, aber...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365760" y="361188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365760" y="3611880"/>
            <a:ext cx="54864" cy="62179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1" name="Text 18"/>
          <p:cNvSpPr/>
          <p:nvPr/>
        </p:nvSpPr>
        <p:spPr>
          <a:xfrm>
            <a:off x="640080" y="361188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Rabatte ungefragt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3291840" y="361188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Senkt den wahrgenommenen Wert sofort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6" name="Text 22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0:24</a:t>
            </a:r>
            <a:endParaRPr lang="en-US" sz="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8931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3D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Kernbotschaft Modul 5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914400" y="14630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Preise sind keine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Rechtfertigung.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2286000" y="2377440"/>
            <a:ext cx="4572000" cy="13716"/>
          </a:xfrm>
          <a:prstGeom prst="rect">
            <a:avLst/>
          </a:prstGeom>
          <a:solidFill>
            <a:srgbClr val="893163">
              <a:alpha val="5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25603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Preise sind ein Versprechen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von Qualität und Wert.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2103120" y="3749040"/>
            <a:ext cx="4937760" cy="457200"/>
          </a:xfrm>
          <a:prstGeom prst="rect">
            <a:avLst/>
          </a:prstGeom>
          <a:solidFill>
            <a:srgbClr val="F5C518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2286000" y="3749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WEITER MIT MODUL 6  →  Service &amp; Patientenerlebnis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3" name="Text 9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0:24</a:t>
            </a:r>
            <a:endParaRPr lang="en-US" sz="650" dirty="0"/>
          </a:p>
        </p:txBody>
      </p:sp>
      <p:sp>
        <p:nvSpPr>
          <p:cNvPr id="14" name="Text 10"/>
          <p:cNvSpPr/>
          <p:nvPr/>
        </p:nvSpPr>
        <p:spPr>
          <a:xfrm>
            <a:off x="36576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ELEVATOR42  –  SMARTER WAYS TO LEARN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931920" cy="5148072"/>
          </a:xfrm>
          <a:prstGeom prst="rect">
            <a:avLst/>
          </a:prstGeom>
          <a:solidFill>
            <a:srgbClr val="1F4E79">
              <a:alpha val="80000"/>
            </a:srgbClr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365760" y="914400"/>
            <a:ext cx="3474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gewinnen</a:t>
            </a:r>
            <a:endParaRPr lang="en-US" sz="3000" dirty="0"/>
          </a:p>
        </p:txBody>
      </p:sp>
      <p:sp>
        <p:nvSpPr>
          <p:cNvPr id="6" name="Text 2"/>
          <p:cNvSpPr/>
          <p:nvPr/>
        </p:nvSpPr>
        <p:spPr>
          <a:xfrm>
            <a:off x="365760" y="30175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Wachstumsstrategie fuer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0" name="Text 5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0:24</a:t>
            </a:r>
            <a:endParaRPr lang="en-US" sz="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 5 – Preisstrategie</dc:title>
  <dc:subject>PptxGenJS Presentation</dc:subject>
  <dc:creator>Elevator42</dc:creator>
  <cp:lastModifiedBy>Elevator42</cp:lastModifiedBy>
  <cp:revision>1</cp:revision>
  <dcterms:created xsi:type="dcterms:W3CDTF">2026-05-28T12:00:22Z</dcterms:created>
  <dcterms:modified xsi:type="dcterms:W3CDTF">2026-05-28T12:00:22Z</dcterms:modified>
</cp:coreProperties>
</file>