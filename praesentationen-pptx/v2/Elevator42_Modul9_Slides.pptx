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9/10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9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neu denken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114800" cy="4572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≠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Werbung machen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Menschen überzeugen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Aufdringlich sein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9436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Social Media um jeden Preis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0" y="1280160"/>
            <a:ext cx="411480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6" name="Text 13"/>
          <p:cNvSpPr/>
          <p:nvPr/>
        </p:nvSpPr>
        <p:spPr>
          <a:xfrm>
            <a:off x="48006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=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006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Vertrauen aufbauen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Sichtbarkeit schaffen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80060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Hilfe bei der Entscheidung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Langfristige Beziehungen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65760" y="365760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2" name="Shape 19"/>
          <p:cNvSpPr/>
          <p:nvPr/>
        </p:nvSpPr>
        <p:spPr>
          <a:xfrm>
            <a:off x="365760" y="365760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Marketing heißt: Menschen helfen, die richtige Entscheidung zu treffen.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3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9 · LEKTION 2-3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Empfehlungen &amp; Kooperationen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31673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128016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972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Bewertungen aktiv einholen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66160" y="1280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Zufriedene Patienten gezielt ansprechen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204825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60120" y="201168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972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Empfehlungsprogramm starten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Einfacher Mechanismus für Weiterempfehlung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77977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0120" y="274320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97280" y="2743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Kooperationspartner finden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66160" y="2743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Gemeinsame Zielgruppe, gemeinsamer Mehrwert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" y="351129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60120" y="347472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09728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Netzwerk pflegen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566160" y="34747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Regelmäßiger Austausch mit Partnern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9 · LEKTION 4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Das Marketing-System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200400" y="1280160"/>
            <a:ext cx="2743200" cy="749808"/>
          </a:xfrm>
          <a:prstGeom prst="rect">
            <a:avLst/>
          </a:prstGeom>
          <a:solidFill>
            <a:srgbClr val="2D6A4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3200400" y="12984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Empfehlung &amp; Wachstum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200400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Systematisch neue Patienten gewinnen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286000" y="2286000"/>
            <a:ext cx="4572000" cy="749808"/>
          </a:xfrm>
          <a:prstGeom prst="rect">
            <a:avLst/>
          </a:prstGeom>
          <a:solidFill>
            <a:srgbClr val="893163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286000" y="23042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Vertrauen aufbauen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2286000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Team schulen, Kommunikation optimieren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371600" y="3291840"/>
            <a:ext cx="6400800" cy="749808"/>
          </a:xfrm>
          <a:prstGeom prst="rect">
            <a:avLst/>
          </a:prstGeom>
          <a:solidFill>
            <a:srgbClr val="1F4E79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1371600" y="33101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Sichtbarkeit schaffen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371600" y="36758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Website, Google, Bewertungen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400800" y="137160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Phase 1: Sichtbarkeit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Phase 2: Vertrauen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Phase 3: Wachstum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= 3-Monats-Blueprint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0" name="Text 1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9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bedeutet nicht,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Menschen zu überzeugen.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Sondern ihnen zu helfen,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die richtige Entscheidung zu treffen.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10  →  Controlling &amp; Optimierung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9 – Marketing &amp; Wachstum</dc:title>
  <dc:subject>PptxGenJS Presentation</dc:subject>
  <dc:creator>Elevator42</dc:creator>
  <cp:lastModifiedBy>Elevator42</cp:lastModifiedBy>
  <cp:revision>1</cp:revision>
  <dcterms:created xsi:type="dcterms:W3CDTF">2026-06-14T13:11:58Z</dcterms:created>
  <dcterms:modified xsi:type="dcterms:W3CDTF">2026-06-14T13:11:58Z</dcterms:modified>
</cp:coreProperties>
</file>