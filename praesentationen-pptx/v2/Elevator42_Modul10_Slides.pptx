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389120" y="2834640"/>
            <a:ext cx="4206240" cy="169164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4617720" y="3063240"/>
            <a:ext cx="411480" cy="411480"/>
          </a:xfrm>
          <a:prstGeom prst="oval">
            <a:avLst/>
          </a:prstGeom>
          <a:solidFill>
            <a:srgbClr val="1F4E79">
              <a:alpha val="75000"/>
            </a:srgbClr>
          </a:solidFill>
          <a:ln/>
        </p:spPr>
      </p:sp>
      <p:sp>
        <p:nvSpPr>
          <p:cNvPr id="6" name="Text 2"/>
          <p:cNvSpPr/>
          <p:nvPr/>
        </p:nvSpPr>
        <p:spPr>
          <a:xfrm>
            <a:off x="5120640" y="3035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10/10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617720" y="34747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Controlling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4617720" y="40233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kontinuierliche Verbesserung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292608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 O D U L Ü B E R S I C H T</a:t>
            </a:r>
            <a:endParaRPr lang="en-US" sz="8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01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475488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Grundlagen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75488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PKV &amp; Selbstzahler verstehen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172968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72968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2" name="Text 9"/>
          <p:cNvSpPr/>
          <p:nvPr/>
        </p:nvSpPr>
        <p:spPr>
          <a:xfrm>
            <a:off x="3264408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02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3282696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82696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Angebotsschärfung für Privatpatienten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980176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80176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071616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03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089904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 Journey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089904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Kontaktpunkte optimieren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65760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65760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04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475488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75488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Gesprächsführung mit Privatpatienten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172968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72968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7" name="Text 24"/>
          <p:cNvSpPr/>
          <p:nvPr/>
        </p:nvSpPr>
        <p:spPr>
          <a:xfrm>
            <a:off x="3264408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05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3282696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Preisstrategie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282696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Honorargestaltung für Selbstzahler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5980176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980176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2" name="Text 29"/>
          <p:cNvSpPr/>
          <p:nvPr/>
        </p:nvSpPr>
        <p:spPr>
          <a:xfrm>
            <a:off x="6071616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06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6089904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 &amp; Erlebnis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089904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für Patienten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65760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7" name="Text 34"/>
          <p:cNvSpPr/>
          <p:nvPr/>
        </p:nvSpPr>
        <p:spPr>
          <a:xfrm>
            <a:off x="457200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07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475488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 &amp; Ethik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475488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und Vertrauen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172968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3172968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2" name="Text 39"/>
          <p:cNvSpPr/>
          <p:nvPr/>
        </p:nvSpPr>
        <p:spPr>
          <a:xfrm>
            <a:off x="3264408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08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3282696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&amp; Team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3282696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 in den Praxisalltag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5980176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980176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7" name="Text 44"/>
          <p:cNvSpPr/>
          <p:nvPr/>
        </p:nvSpPr>
        <p:spPr>
          <a:xfrm>
            <a:off x="6071616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09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6089904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089904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65760" y="3849624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65760" y="3849624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384962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10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75488" y="4105656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Controlling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475488" y="4471416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kontinuierliche Verbesserung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8308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09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10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Warum messen wichtig ist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54864" cy="62179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28016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Bauchgefühl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291840" y="128016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Unsicher, nicht überprüfbar, subjektiv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65760" y="205740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5760" y="2057400"/>
            <a:ext cx="54864" cy="621792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205740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Daten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91840" y="205740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Klar, überprüfbar, steuerbar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65760" y="283464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65760" y="2834640"/>
            <a:ext cx="54864" cy="62179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83464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Kernaussage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3291840" y="28346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Nur was messbar ist, lässt sich verbessern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2" name="Text 18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8308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09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10 · LEKTION 2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Die wichtigsten KPIs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0058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Privatanteil %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86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Anteil PKV &amp; SZ am Gesamtpatientenaufkommen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4805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805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46177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51206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SZ-Umsatz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6634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Monatlicher Umsatz aus Selbstzahlerleistungen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657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0058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Wiederkommquote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486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Wie viele Patienten kommen wieder?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4805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4805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46177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51206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Empfehlungsquote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6634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Wie viele Neupatienten durch Empfehlung?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92024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10 · LEKTION 3-4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Feedback &amp; Optimierung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31673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1316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128016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097280" y="1280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Feedback einholen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566160" y="1280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Systematisch nach jedem Besuch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65760" y="204825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365760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960120" y="201168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09728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KPIs monatlich prüfen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566160" y="20116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Trends erkennen, Abweichungen verstehen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77977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2779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0120" y="274320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1097280" y="2743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Maßnahmen ableiten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566160" y="27432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Konkret, messbar, terminiert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65760" y="351129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36576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60120" y="347472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1097280" y="3474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Fortschritte feiern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566160" y="34747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Erfolge sichtbar machen – motiviert das Team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Kernbotschaft Modul 10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Nur was messbar ist,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lässt sich verbessern.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Machen Sie aus Bauchgefühl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fundierte Steuerung.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7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  <p:sp>
        <p:nvSpPr>
          <p:cNvPr id="12" name="Text 8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10 – Controlling</dc:title>
  <dc:subject>PptxGenJS Presentation</dc:subject>
  <dc:creator>Elevator42</dc:creator>
  <cp:lastModifiedBy>Elevator42</cp:lastModifiedBy>
  <cp:revision>1</cp:revision>
  <dcterms:created xsi:type="dcterms:W3CDTF">2026-06-14T13:11:58Z</dcterms:created>
  <dcterms:modified xsi:type="dcterms:W3CDTF">2026-06-14T13:11:58Z</dcterms:modified>
</cp:coreProperties>
</file>