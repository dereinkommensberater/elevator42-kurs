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#10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Warum messen wichtig ist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wichtigsten KPIs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Feedback nutzen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Kontinuierliche Optimierung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7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  <p:sp>
        <p:nvSpPr>
          <p:cNvPr id="22" name="Shape 18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0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  <p:sp>
        <p:nvSpPr>
          <p:cNvPr id="26" name="Text 21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messen wichtig ist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Bauchgefühl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Unsicher, nicht überprüfbar, subjektiv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Daten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Klar, überprüfbar, steuerbar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Kernaussage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messbar ist, lässt sich verbessern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wichtigsten KPIs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Privatanteil %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Anteil PKV &amp; SZ am Gesamtpatientenaufkommen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SZ-Umsatz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Monatlicher Umsatz aus Selbstzahlerleistungen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Wiederkommquote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Patienten kommen wieder?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Empfehlungsquote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Neupatienten durch Empfehlung?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92024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&amp; Optimierung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nach jedem Besuch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monatlich prüfen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Trends erkennen, Abweichungen verstehen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Maßnahmen ableiten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Konkret, messbar, terminiert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Fortschritte feiern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Erfolge sichtbar machen – motiviert das Team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10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Nur was messbar ist,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lässt sich verbessern.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Bauchgefühl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fundierte Steuerung.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7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  <p:sp>
        <p:nvSpPr>
          <p:cNvPr id="12" name="Text 8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10 – Controlling</dc:title>
  <dc:subject>PptxGenJS Presentation</dc:subject>
  <dc:creator>Elevator42</dc:creator>
  <cp:lastModifiedBy>Elevator42</cp:lastModifiedBy>
  <cp:revision>1</cp:revision>
  <dcterms:created xsi:type="dcterms:W3CDTF">2026-05-28T13:42:43Z</dcterms:created>
  <dcterms:modified xsi:type="dcterms:W3CDTF">2026-05-28T13:42:43Z</dcterms:modified>
</cp:coreProperties>
</file>