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Wir behandeln alles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 klares Profil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Austauschbar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ist denn Ihre Stärke?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B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Spezialisiert auf Rücken &amp; Stress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Klares Kompetenzthema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Wird gezielt gewählt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Genau das brauche ich!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alles anbietet, wird selten gezielt gewählt. Wer klar ist, wird gefunden.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Stärken erkennen &amp; schärfen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Fachliche Stärke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Welche Behandlung beherrschen Sie besonders gut?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Wofür werden Sie am häufigsten empfohlen?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Nachfrage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Welche Leistungen werden am meisten nachgefragt?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Leidenschaft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machen Sie besonders gern? Was fällt leicht?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3-4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Vom Können zum Angebot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Stärke identifizieren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können Sie besonders gut?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Zielgruppe definieren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profitiert am meisten davon?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Nutzen formulieren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hat der Patient konkret davon?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Angebot strukturieren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Name, Ablauf, Dauer, Preis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Wahrnehmung &amp; Außenwirkung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Website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Ihr digitales Schaufenster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Ist klar erkennbar,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Sie besonders macht?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vor Methoden!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Sprache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Patientennah kommunizieren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Fachsprache.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Verständlich erklären.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statt Aufwand.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Auftritt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Der Gesamteindruck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Praxis, Team, Material 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alles kommuniziert.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Konsistenz schafft Vertrauen.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Positionierung ist kein Verzicht – sondern ein Verstärker.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Wer alles anbietet,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wird selten gezielt gewählt.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Wer klar ist,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wird gefunden.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3  →  Patient Journey &amp; Kontaktpunkte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 – Positionierung</dc:title>
  <dc:subject>PptxGenJS Presentation</dc:subject>
  <dc:creator>Elevator42</dc:creator>
  <cp:lastModifiedBy>Elevator42</cp:lastModifiedBy>
  <cp:revision>1</cp:revision>
  <dcterms:created xsi:type="dcterms:W3CDTF">2026-06-14T12:27:20Z</dcterms:created>
  <dcterms:modified xsi:type="dcterms:W3CDTF">2026-06-14T12:27:20Z</dcterms:modified>
</cp:coreProperties>
</file>