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389120" y="2834640"/>
            <a:ext cx="4206240" cy="169164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4617720" y="3063240"/>
            <a:ext cx="411480" cy="411480"/>
          </a:xfrm>
          <a:prstGeom prst="oval">
            <a:avLst/>
          </a:prstGeom>
          <a:solidFill>
            <a:srgbClr val="1F4E79">
              <a:alpha val="75000"/>
            </a:srgbClr>
          </a:solidFill>
          <a:ln/>
        </p:spPr>
      </p:sp>
      <p:sp>
        <p:nvSpPr>
          <p:cNvPr id="6" name="Text 2"/>
          <p:cNvSpPr/>
          <p:nvPr/>
        </p:nvSpPr>
        <p:spPr>
          <a:xfrm>
            <a:off x="5120640" y="3035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2/10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617720" y="34747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4617720" y="40233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Angebotsschärfung für Privatpatienten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292608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 O D U L Ü B E R S I C H T</a:t>
            </a:r>
            <a:endParaRPr lang="en-US" sz="8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01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475488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Grundlagen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75488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PKV &amp; Selbstzahler verstehen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172968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72968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2" name="Text 9"/>
          <p:cNvSpPr/>
          <p:nvPr/>
        </p:nvSpPr>
        <p:spPr>
          <a:xfrm>
            <a:off x="3264408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02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3282696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82696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Angebotsschärfung für Privatpatienten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980176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80176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7" name="Text 14"/>
          <p:cNvSpPr/>
          <p:nvPr/>
        </p:nvSpPr>
        <p:spPr>
          <a:xfrm>
            <a:off x="6071616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03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089904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 Journey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089904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Kontaktpunkte optimieren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65760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65760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04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475488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75488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Gesprächsführung mit Privatpatienten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172968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72968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7" name="Text 24"/>
          <p:cNvSpPr/>
          <p:nvPr/>
        </p:nvSpPr>
        <p:spPr>
          <a:xfrm>
            <a:off x="3264408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05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3282696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Preisstrategie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282696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Honorargestaltung für Selbstzahler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5980176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980176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2" name="Text 29"/>
          <p:cNvSpPr/>
          <p:nvPr/>
        </p:nvSpPr>
        <p:spPr>
          <a:xfrm>
            <a:off x="6071616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06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6089904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 &amp; Erlebnis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6089904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WOW-Effekte für Patienten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65760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65760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7" name="Text 34"/>
          <p:cNvSpPr/>
          <p:nvPr/>
        </p:nvSpPr>
        <p:spPr>
          <a:xfrm>
            <a:off x="457200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07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475488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 &amp; Ethik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475488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und Vertrauen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3172968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3172968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2" name="Text 39"/>
          <p:cNvSpPr/>
          <p:nvPr/>
        </p:nvSpPr>
        <p:spPr>
          <a:xfrm>
            <a:off x="3264408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08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3282696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&amp; Team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3282696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Nachhaltige Integration in den Praxisalltag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5980176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980176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7" name="Text 44"/>
          <p:cNvSpPr/>
          <p:nvPr/>
        </p:nvSpPr>
        <p:spPr>
          <a:xfrm>
            <a:off x="6071616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09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6089904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&amp; Wachstum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089904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65760" y="3849624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65760" y="3849624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52" name="Text 49"/>
          <p:cNvSpPr/>
          <p:nvPr/>
        </p:nvSpPr>
        <p:spPr>
          <a:xfrm>
            <a:off x="457200" y="384962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10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75488" y="4105656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Controlling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475488" y="4471416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Optimierung &amp; kontinuierliche Verbesserung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2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 entscheidet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11480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Praxis A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9436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Wir behandeln alles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9436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Kein klares Profil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9436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Austauschbar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9436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Was ist denn Ihre Stärke?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57200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72000" y="1280160"/>
            <a:ext cx="411480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6" name="Text 13"/>
          <p:cNvSpPr/>
          <p:nvPr/>
        </p:nvSpPr>
        <p:spPr>
          <a:xfrm>
            <a:off x="480060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Praxis B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80060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Spezialisiert auf Rücken &amp; Stress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80060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Klares Kompetenzthema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80060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Wird gezielt gewählt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80060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Genau das brauche ich!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365760" y="365760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2" name="Shape 19"/>
          <p:cNvSpPr/>
          <p:nvPr/>
        </p:nvSpPr>
        <p:spPr>
          <a:xfrm>
            <a:off x="365760" y="365760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3657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Wer alles anbietet, wird selten gezielt gewählt. Wer klar ist, wird gefunden.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7" name="Text 23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2 · LEKTION 2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Stärken erkennen &amp; schärfen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0058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Fachliche Stärke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486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Welche Behandlung beherrschen Sie besonders gut?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4805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805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46177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51206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Empfehlungen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6634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Wofür werden Sie am häufigsten empfohlen?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657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0058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Nachfrage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486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Welche Leistungen werden am meisten nachgefragt?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4805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4805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46177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51206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Leidenschaft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46634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Was machen Sie besonders gern? Was fällt leicht?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2 · LEKTION 3-4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Vom Können zum Angebot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31673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1316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128016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097280" y="1280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Stärke identifizieren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566160" y="1280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Was können Sie besonders gut?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65760" y="204825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365760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960120" y="201168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09728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Zielgruppe definieren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566160" y="20116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Wer profitiert am meisten davon?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77977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2779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0120" y="274320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1097280" y="2743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Nutzen formulieren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566160" y="27432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Was hat der Patient konkret davon?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65760" y="351129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36576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960120" y="347472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1097280" y="3474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Angebot strukturieren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566160" y="34747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Name, Ablauf, Dauer, Preis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2 · LEKTION 5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Wahrnehmung &amp; Außenwirkung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260604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36576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Website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36576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Ihr digitales Schaufenster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4864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Ist klar erkennbar,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was Sie besonders macht?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Nutzen vor Methoden!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20040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00400" y="1280160"/>
            <a:ext cx="2606040" cy="4572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320040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Sprache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320040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Patientennah kommunizieren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38328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Keine Fachsprache.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Verständlich erklären.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Nutzen statt Aufwand.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03504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035040" y="1280160"/>
            <a:ext cx="260604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9" name="Text 16"/>
          <p:cNvSpPr/>
          <p:nvPr/>
        </p:nvSpPr>
        <p:spPr>
          <a:xfrm>
            <a:off x="603504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Auftritt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603504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Der Gesamteindruck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21792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Praxis, Team, Material –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alles kommuniziert.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Konsistenz schafft Vertrauen.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65760" y="384048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3" name="Shape 20"/>
          <p:cNvSpPr/>
          <p:nvPr/>
        </p:nvSpPr>
        <p:spPr>
          <a:xfrm>
            <a:off x="365760" y="384048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548640" y="3840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Positionierung ist kein Verzicht – sondern ein Verstärker.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8" name="Text 24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Kernbotschaft Modul 2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Wer alles anbietet,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wird selten gezielt gewählt.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Wer klar ist,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wird gefunden.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03120" y="3749040"/>
            <a:ext cx="4937760" cy="457200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860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WEITER MIT MODUL 3  →  Patient Journey &amp; Kontaktpunkte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  <p:sp>
        <p:nvSpPr>
          <p:cNvPr id="14" name="Text 10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2 – Positionierung</dc:title>
  <dc:subject>PptxGenJS Presentation</dc:subject>
  <dc:creator>Elevator42</dc:creator>
  <cp:lastModifiedBy>Elevator42</cp:lastModifiedBy>
  <cp:revision>1</cp:revision>
  <dcterms:created xsi:type="dcterms:W3CDTF">2026-06-14T13:11:54Z</dcterms:created>
  <dcterms:modified xsi:type="dcterms:W3CDTF">2026-06-14T13:11:54Z</dcterms:modified>
</cp:coreProperties>
</file>