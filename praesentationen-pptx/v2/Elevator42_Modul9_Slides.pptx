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389120" y="2834640"/>
            <a:ext cx="4206240" cy="169164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4617720" y="3063240"/>
            <a:ext cx="411480" cy="411480"/>
          </a:xfrm>
          <a:prstGeom prst="oval">
            <a:avLst/>
          </a:prstGeom>
          <a:solidFill>
            <a:srgbClr val="1F4E79">
              <a:alpha val="75000"/>
            </a:srgbClr>
          </a:solidFill>
          <a:ln/>
        </p:spPr>
      </p:sp>
      <p:sp>
        <p:nvSpPr>
          <p:cNvPr id="6" name="Text 2"/>
          <p:cNvSpPr/>
          <p:nvPr/>
        </p:nvSpPr>
        <p:spPr>
          <a:xfrm>
            <a:off x="5120640" y="3035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9/10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617720" y="34747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&amp; Wachstum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4617720" y="40233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Sichtbarkeit und Empfehlungen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292608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 O D U L Ü B E R S I C H T</a:t>
            </a:r>
            <a:endParaRPr lang="en-US" sz="8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01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475488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Grundlagen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75488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PKV &amp; Selbstzahler verstehen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172968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72968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2" name="Text 9"/>
          <p:cNvSpPr/>
          <p:nvPr/>
        </p:nvSpPr>
        <p:spPr>
          <a:xfrm>
            <a:off x="3264408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02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3282696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82696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Angebotsschärfung für Privatpatienten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980176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80176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7" name="Text 14"/>
          <p:cNvSpPr/>
          <p:nvPr/>
        </p:nvSpPr>
        <p:spPr>
          <a:xfrm>
            <a:off x="6071616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03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089904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 Journey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089904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Kontaktpunkte optimieren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65760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65760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04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475488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75488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Gesprächsführung mit Privatpatienten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3172968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72968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7" name="Text 24"/>
          <p:cNvSpPr/>
          <p:nvPr/>
        </p:nvSpPr>
        <p:spPr>
          <a:xfrm>
            <a:off x="3264408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05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3282696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Preisstrategie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282696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Honorargestaltung für Selbstzahler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5980176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980176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2" name="Text 29"/>
          <p:cNvSpPr/>
          <p:nvPr/>
        </p:nvSpPr>
        <p:spPr>
          <a:xfrm>
            <a:off x="6071616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06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6089904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 &amp; Erlebnis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6089904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WOW-Effekte für Patienten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65760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365760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7" name="Text 34"/>
          <p:cNvSpPr/>
          <p:nvPr/>
        </p:nvSpPr>
        <p:spPr>
          <a:xfrm>
            <a:off x="457200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07</a:t>
            </a:r>
            <a:endParaRPr lang="en-US" sz="700" dirty="0"/>
          </a:p>
        </p:txBody>
      </p:sp>
      <p:sp>
        <p:nvSpPr>
          <p:cNvPr id="38" name="Text 35"/>
          <p:cNvSpPr/>
          <p:nvPr/>
        </p:nvSpPr>
        <p:spPr>
          <a:xfrm>
            <a:off x="475488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 &amp; Ethik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475488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Sicherheit und Vertrauen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3172968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3172968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2" name="Text 39"/>
          <p:cNvSpPr/>
          <p:nvPr/>
        </p:nvSpPr>
        <p:spPr>
          <a:xfrm>
            <a:off x="3264408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08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3282696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&amp; Team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3282696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Nachhaltige Integration in den Praxisalltag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5980176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980176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7" name="Text 44"/>
          <p:cNvSpPr/>
          <p:nvPr/>
        </p:nvSpPr>
        <p:spPr>
          <a:xfrm>
            <a:off x="6071616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09</a:t>
            </a:r>
            <a:endParaRPr lang="en-US" sz="700" dirty="0"/>
          </a:p>
        </p:txBody>
      </p:sp>
      <p:sp>
        <p:nvSpPr>
          <p:cNvPr id="48" name="Text 45"/>
          <p:cNvSpPr/>
          <p:nvPr/>
        </p:nvSpPr>
        <p:spPr>
          <a:xfrm>
            <a:off x="6089904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&amp; Wachstum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089904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Sichtbarkeit und Empfehlungen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65760" y="3849624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65760" y="3849624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52" name="Text 49"/>
          <p:cNvSpPr/>
          <p:nvPr/>
        </p:nvSpPr>
        <p:spPr>
          <a:xfrm>
            <a:off x="457200" y="384962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10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75488" y="4105656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Controlling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475488" y="4471416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Optimierung &amp; kontinuierliche Verbesserung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9 · LEKTION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neu denken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114800" cy="4572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≠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9436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Werbung machen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9436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Menschen überzeugen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9436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Aufdringlich sein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9436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Social Media um jeden Preis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72000" y="1280160"/>
            <a:ext cx="411480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6" name="Text 13"/>
          <p:cNvSpPr/>
          <p:nvPr/>
        </p:nvSpPr>
        <p:spPr>
          <a:xfrm>
            <a:off x="480060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=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80060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Vertrauen aufbauen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80060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Sichtbarkeit schaffen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80060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Hilfe bei der Entscheidung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80060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Langfristige Beziehungen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65760" y="365760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2" name="Shape 19"/>
          <p:cNvSpPr/>
          <p:nvPr/>
        </p:nvSpPr>
        <p:spPr>
          <a:xfrm>
            <a:off x="365760" y="365760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3657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Marketing heißt: Menschen helfen, die richtige Entscheidung zu treffen.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7" name="Text 23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9 · LEKTION 2-3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Empfehlungen &amp; Kooperationen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31673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1316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60120" y="128016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097280" y="1280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Bewertungen aktiv einholen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566160" y="1280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Zufriedene Patienten gezielt ansprechen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65760" y="204825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365760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960120" y="201168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109728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Empfehlungsprogramm starten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566160" y="20116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Einfacher Mechanismus für Weiterempfehlung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77977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2779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0120" y="274320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1097280" y="2743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Kooperationspartner finden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566160" y="27432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Gemeinsame Zielgruppe, gemeinsamer Mehrwert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65760" y="351129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36576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960120" y="347472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1097280" y="3474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Netzwerk pflegen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566160" y="34747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Regelmäßiger Austausch mit Partnern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9 · LEKTION 4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Das Marketing-System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200400" y="1280160"/>
            <a:ext cx="2743200" cy="749808"/>
          </a:xfrm>
          <a:prstGeom prst="rect">
            <a:avLst/>
          </a:prstGeom>
          <a:solidFill>
            <a:srgbClr val="2D6A4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3200400" y="12984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Empfehlung &amp; Wachstum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200400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Systematisch neue Patienten gewinnen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286000" y="2286000"/>
            <a:ext cx="4572000" cy="749808"/>
          </a:xfrm>
          <a:prstGeom prst="rect">
            <a:avLst/>
          </a:prstGeom>
          <a:solidFill>
            <a:srgbClr val="893163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286000" y="23042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Vertrauen aufbauen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2286000" y="2670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Team schulen, Kommunikation optimieren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371600" y="3291840"/>
            <a:ext cx="6400800" cy="749808"/>
          </a:xfrm>
          <a:prstGeom prst="rect">
            <a:avLst/>
          </a:prstGeom>
          <a:solidFill>
            <a:srgbClr val="1F4E79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1371600" y="331012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Sichtbarkeit schaffen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371600" y="36758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Website, Google, Bewertungen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400800" y="137160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Phase 1: Sichtbarkeit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Phase 2: Vertrauen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Phase 3: Wachstum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= 3-Monats-Blueprint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0" name="Text 1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Kernbotschaft Modul 9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bedeutet nicht,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Menschen zu überzeugen.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Sondern ihnen zu helfen,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die richtige Entscheidung zu treffen.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03120" y="3749040"/>
            <a:ext cx="4937760" cy="457200"/>
          </a:xfrm>
          <a:prstGeom prst="rect">
            <a:avLst/>
          </a:prstGeom>
          <a:solidFill>
            <a:srgbClr val="F5C51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2860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WEITER MIT MODUL 10  →  Controlling &amp; Optimierung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9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  <p:sp>
        <p:nvSpPr>
          <p:cNvPr id="14" name="Text 10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9 – Marketing &amp; Wachstum</dc:title>
  <dc:subject>PptxGenJS Presentation</dc:subject>
  <dc:creator>Elevator42</dc:creator>
  <cp:lastModifiedBy>Elevator42</cp:lastModifiedBy>
  <cp:revision>1</cp:revision>
  <dcterms:created xsi:type="dcterms:W3CDTF">2026-06-14T12:41:10Z</dcterms:created>
  <dcterms:modified xsi:type="dcterms:W3CDTF">2026-06-14T12:41:10Z</dcterms:modified>
</cp:coreProperties>
</file>