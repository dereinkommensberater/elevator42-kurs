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#05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Preisstrategie entscheidend ist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Preislogik verstehen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Preispsychologie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Paketpreise vs. Einzelleistungen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Preise souverän kommunizieren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9202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Typische Preisfehler vermeiden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4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30" name="Text 25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Preisstrategie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 – 60 €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Günstiger Preis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Hohe Patientenzahl nötig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 Spielraum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Billig = gut?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 – 120 €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Premium-Positionierung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Weniger Patienten, höherer Umsatz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Zeit pro Patient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Qualitaet hat ihren Wert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Beide Praxen haben Patienten – aber unterschiedliche Geschäftsmodelle.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Preislogik &amp; Psychologie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Kosten kennen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Material, Zeit, Raum, Aufwand kalkulieren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Marge festlegen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30-50% Marge für wirtschaftliche Tragfähigkeit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Markt vergleichen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Wettbewerb kennen, nicht kopieren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kommunizieren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Immer Nutzen VOR Preis nennen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Paketpreise vs. Einzelleistungen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Einzel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 Termin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Transparent.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Flexibel.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Aber: vergleichbar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 austauschbar.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Gebündelt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Höhere Wertigkeit.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Weniger vergleichbar.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Besseres Erlebnis.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Premium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Exklusiv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Maximale Individualisierung.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Höchster Nutzen.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Stärkste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Beste Marge.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 Paket ist kein Rabatt – sondern ein durchdachtes Gesamtangebot.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5-6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Typische Preisfehler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Zu billig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Signalisiert geringe Qualität oder Unsicherheit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Keine Kalkulation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Preise aus dem Bauch heraus – nicht nachhaltig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weiß, das ist nicht billig, aber...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Rabatte ungefragt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Senkt den wahrgenommenen Wert sofort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keine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ein Versprechen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von Qualität und Wert.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6  →  Service &amp; Patientenerlebnis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– Preisstrategie</dc:title>
  <dc:subject>PptxGenJS Presentation</dc:subject>
  <dc:creator>Elevator42</dc:creator>
  <cp:lastModifiedBy>Elevator42</cp:lastModifiedBy>
  <cp:revision>1</cp:revision>
  <dcterms:created xsi:type="dcterms:W3CDTF">2026-05-28T13:42:42Z</dcterms:created>
  <dcterms:modified xsi:type="dcterms:W3CDTF">2026-05-28T13:42:42Z</dcterms:modified>
</cp:coreProperties>
</file>