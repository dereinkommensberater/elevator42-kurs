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ist der entscheidende Faktor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Wissen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Module 1-7 liefern das Know-how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Jetzt geht es um den Transfer in den Alltag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Gewohnheit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Nur was zur Routine wird, wirkt langfristig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Team mitnehmen &amp; Abläufe definieren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Vision teilen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 Team muss verstehen, warum sich etwas ändert.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Rollen klären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macht was? Klare Zuständigkeiten.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Prozesse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Standardabläufe für wiederkehrende Situationen.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Regelmäßig üben – 15 Min/Woche reichen.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4-6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Nachhaltigkeit sichern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Wöchentliches Team-Meeting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20-30 Min: Was lief gut? Was verbessern?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Rollenspiel-Training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Regelmäßig üben: Gespräch, Einwände, Angebote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KPIs messen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5-8 Kennzahlen monatlich tracken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Review &amp; Anpassung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funktioniert? Was ändern wir?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Wissen ohne Umsetzung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ist wertlos.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Machen Sie aus gutem Wissen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gute Gewohnheiten.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9  →  Marketing &amp; Wachstum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8 – Umsetzung &amp; Team</dc:title>
  <dc:subject>PptxGenJS Presentation</dc:subject>
  <dc:creator>Elevator42</dc:creator>
  <cp:lastModifiedBy>Elevator42</cp:lastModifiedBy>
  <cp:revision>1</cp:revision>
  <dcterms:created xsi:type="dcterms:W3CDTF">2026-06-14T12:41:09Z</dcterms:created>
  <dcterms:modified xsi:type="dcterms:W3CDTF">2026-06-14T12:41:09Z</dcterms:modified>
</cp:coreProperties>
</file>