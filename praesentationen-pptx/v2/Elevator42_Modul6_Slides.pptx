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Warum Service über Bindung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Standardversorgung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erwartet – aber nicht empfohlen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Guter Service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geschätzt – und bleibt im Gedächtnis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WOW-Erlebnis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Wird weiterempfohlen – und erzeugt Loyalität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 im Detail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Begrüßung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Blickkontakt, Lächeln, Name – in den ersten 10 Sekunden.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Wartezeit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Nicht die Dauer zählt – sondern ob sie kommuniziert wird.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Erklärung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Verständlich, empathisch, auf Augenhöhe.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Abschied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Zusammenfassung, gutes Gefühl.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6 · LEKTION 4-5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WOW-Effekte erzeugen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Kleine Geste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Unerwartet &amp; persönlich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Nachsorge-Anruf.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Kleine Aufmerksamkeit.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Persönliche Notiz.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Service+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Über Standard hinaus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Bevorzugter Termin.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Individueller Plan.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Digitaler Bericht.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Erlebnis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Ganzheitlich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Team-Auftreten.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überall.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Begeisterung entsteht nicht durch mehr vom Gleichen – sondern durch unerwartete Qualität.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Patienten erinnern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an jede Einzelheit.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Aber sie erinnern sich genau,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 sie sich gefühlt haben.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7  →  Recht &amp; Ethik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6 – Service &amp; Erlebnis</dc:title>
  <dc:subject>PptxGenJS Presentation</dc:subject>
  <dc:creator>Elevator42</dc:creator>
  <cp:lastModifiedBy>Elevator42</cp:lastModifiedBy>
  <cp:revision>1</cp:revision>
  <dcterms:created xsi:type="dcterms:W3CDTF">2026-06-14T12:27:20Z</dcterms:created>
  <dcterms:modified xsi:type="dcterms:W3CDTF">2026-06-14T12:27:20Z</dcterms:modified>
</cp:coreProperties>
</file>