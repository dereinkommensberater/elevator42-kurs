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3/10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3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Patient Journey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Problem entsteht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Ich habe Schmerzen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Recherche beginnt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Google, Empfehlungen, Bewertungen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Vergleich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Praxen werden verglichen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Kontakt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Telefon, Website, Terminbuchung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65760" y="424281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8" name="Text 25"/>
          <p:cNvSpPr/>
          <p:nvPr/>
        </p:nvSpPr>
        <p:spPr>
          <a:xfrm>
            <a:off x="365760" y="4242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60120" y="420624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1097280" y="4206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Besuch &amp; Entscheidung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566160" y="42062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Erster Eindruck, Behandlung, Nachsorge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34" name="Shape 30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5" name="Text 31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3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Online &amp; Telefon optimieren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Website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Leistungen klar? Mobil-optimiert? Vertrauenssignale? Terminbuchung?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Google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Werden Sie gefunden? Bewertungen? Google My Business?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Telefon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Freundlich, strukturiert? Mehrwert anbieten? Termin sichern?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Ersttermin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Anmeldung einfach? Wartezeit kommuniziert? Informiert?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3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Momente der Wahrheit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Eingang &amp; Empfang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10 Sekunden für den ersten Eindruck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Wartebereich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Atmosphäre, Sauberkeit, Wartezeit-Info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Behandlung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Erklärung, Empathie, Zeit nehmen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65760" y="361188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5760" y="3611880"/>
            <a:ext cx="54864" cy="62179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361188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Verabschiedung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3291840" y="361188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Folgetermin, Feedback, gutes Gefühl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2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3 · LEKTION 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perfekte Patient Journey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200400" y="1280160"/>
            <a:ext cx="2743200" cy="749808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200400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Begeisterung &amp; Empfehlung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20040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 → Patienten empfehlen Sie weiter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86000" y="2286000"/>
            <a:ext cx="4572000" cy="749808"/>
          </a:xfrm>
          <a:prstGeom prst="rect">
            <a:avLst/>
          </a:prstGeom>
          <a:solidFill>
            <a:srgbClr val="893163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286000" y="2304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Reibungsloser Ablauf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286000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Wartezeit, Freundlichkeit, klare Information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371600" y="3291840"/>
            <a:ext cx="6400800" cy="749808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71600" y="3310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Gefunden &amp; Verstanden werden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7160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Website, Google, Telefon – leicht erreichbar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0" y="13716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Jeder Kontaktpunkt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ist eine Chance –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oder ein Risiko.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Ein Patient entscheidet sich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für Ihre Praxis...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...lange bevor er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bei Ihnen anruft.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4  →  Kommunikation &amp; Gesprächsführung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3 – Patient Journey</dc:title>
  <dc:subject>PptxGenJS Presentation</dc:subject>
  <dc:creator>Elevator42</dc:creator>
  <cp:lastModifiedBy>Elevator42</cp:lastModifiedBy>
  <cp:revision>1</cp:revision>
  <dcterms:created xsi:type="dcterms:W3CDTF">2026-06-14T12:27:20Z</dcterms:created>
  <dcterms:modified xsi:type="dcterms:W3CDTF">2026-06-14T12:27:20Z</dcterms:modified>
</cp:coreProperties>
</file>