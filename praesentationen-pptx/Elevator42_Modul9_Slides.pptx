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#09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und Empfehlungen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&amp; Wachstum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und Empfehlungen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neu denken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Empfehlungen nutzen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Kooperationen aufbauen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Marketingmaßnahmen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7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2" name="Shape 18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0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Text 21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2026-05-28T12:00:23Z</dcterms:created>
  <dcterms:modified xsi:type="dcterms:W3CDTF">2026-05-28T12:00:23Z</dcterms:modified>
</cp:coreProperties>
</file>