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82880"/>
            <a:ext cx="292608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0" y="1097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772400" y="274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#03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463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28800" y="2560320"/>
            <a:ext cx="2743200" cy="228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Patient Journey verstehen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20240" y="30540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 &amp; Online-Auftritt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920240" y="3364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 &amp; Terminvereinbarung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Der erste Eindruck vor Ort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867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Lektion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92024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perfekte Patient Journey gestalten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Patient Journey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1673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128016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Problem entsteht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66160" y="1280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Ich habe Schmerzen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04825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0120" y="201168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9728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Recherche beginnt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Google, Empfehlungen, Bewertungen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77977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0120" y="274320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97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Vergleich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56616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Praxen werden verglichen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51129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0120" y="347472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97280" y="3474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Kontakt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56616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Telefon, Website, Terminbuchung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65760" y="4242816"/>
            <a:ext cx="457200" cy="457200"/>
          </a:xfrm>
          <a:prstGeom prst="oval">
            <a:avLst/>
          </a:prstGeom>
          <a:solidFill>
            <a:srgbClr val="893163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60120" y="4206240"/>
            <a:ext cx="6217920" cy="54864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09728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Besuch &amp; Entscheidung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6616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Erster Eindruck, Behandlung, Nachsorge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1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Online &amp; Telefon optimieren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Website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Leistungen klar? Mobil-optimiert? Vertrauenssignale? Terminbuchung?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80560" y="128016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1371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1371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Google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6344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Werden Sie gefunden? Bewertungen? Google My Business?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058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Telefon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Freundlich, strukturiert? Mehrwert anbieten? Termin sichern?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2834640"/>
            <a:ext cx="3840480" cy="1325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480560" y="2834640"/>
            <a:ext cx="45720" cy="132588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20640" y="2926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Ersttermin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6634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Anmeldung einfach? Wartezeit kommuniziert? Informiert?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4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Momente der Wahrheit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Eingang &amp; Empfang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10 Sekunden für den ersten Eindruck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Wartebereich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Atmosphäre, Sauberkeit, Wartezeit-Info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Behandlung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Erklärung, Empathie, Zeit nehmen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361188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611880"/>
            <a:ext cx="54864" cy="6217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Verabschiedung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9184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Folgetermin, Feedback, gutes Gefühl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3 · LEKTION 5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Die perfekte Patient Journey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1280160"/>
            <a:ext cx="2743200" cy="749808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Begeisterung &amp; Empfehlung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 → Patienten empfehlen Sie weiter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0" y="2286000"/>
            <a:ext cx="4572000" cy="749808"/>
          </a:xfrm>
          <a:prstGeom prst="rect">
            <a:avLst/>
          </a:prstGeom>
          <a:solidFill>
            <a:srgbClr val="893163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28600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Reibungsloser Ablauf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86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Wartezeit, Freundlichkeit, klare Information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371600" y="3291840"/>
            <a:ext cx="6400800" cy="749808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Gefunden &amp; Verstanden werden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716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Website, Google, Telefon – leicht erreichbar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13716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Jeder Kontaktpunkt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ist eine Chance –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oder ein Risiko.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6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Ein Patient entscheidet sich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für Ihre Praxis...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...lange bevor 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bei Ihnen anruft.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4  →  Kommunikation &amp; Gesprächsführung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ELEVATOR42  –  SMARTER WAYS TO LEARN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931920" cy="5148072"/>
          </a:xfrm>
          <a:prstGeom prst="rect">
            <a:avLst/>
          </a:prstGeom>
          <a:solidFill>
            <a:srgbClr val="1F4E79">
              <a:alpha val="8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9144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36576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fuer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3 – Patient Journey</dc:title>
  <dc:subject>PptxGenJS Presentation</dc:subject>
  <dc:creator>Elevator42</dc:creator>
  <cp:lastModifiedBy>Elevator42</cp:lastModifiedBy>
  <cp:revision>1</cp:revision>
  <dcterms:created xsi:type="dcterms:W3CDTF">2026-05-28T14:08:51Z</dcterms:created>
  <dcterms:modified xsi:type="dcterms:W3CDTF">2026-05-28T14:08:51Z</dcterms:modified>
</cp:coreProperties>
</file>