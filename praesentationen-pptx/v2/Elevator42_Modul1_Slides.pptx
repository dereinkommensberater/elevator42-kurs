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 vs. PKV vs. Selbstzahler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Gesetzlich versichert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Fester Leistungskatalog.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 Spielraum.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Abrechnung über Kasse.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Standardversorgung.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PKV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 versichert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Erweiterte Leistungen.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Höhere Vergütung.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Zeit möglich.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Bewusste Wahl.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SZ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Selbstzahler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Zahlt selbst.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Wählt bewusst.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Erwartet Mehrwert.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Hohe Ansprüche.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Drei Gruppen – drei Denkweisen – drei Chancen für Ihre Praxis.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Privatpatienten erwarten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Zeit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Ausführliche Gespräche, keine Hektik, individuelle Betreuung.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Erklärung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Verständliche Informationen, Transparenz, Augenhöhe.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Methoden, beste Ausstattung, sichtbare Kompetenz.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Schnelle Termine, angenehme Atmosphäre, persönliche Betreuung.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Drei Typen von Selbstzahlern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Informierte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Recherchiert vorab, vergleicht, entscheidet rational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Schmerzgetriebene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Will schnelle Lösung, Preis ist zweitrangig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Qualitätsbewusste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Sucht das Beste, zahlt gern für Mehrwert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GKV-Grenzen vs. PKV-Potenzial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GKV-Realität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Fester Leistungskatalog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Budgetgrenzen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 Spielraum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Zeitdruck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PKV/SZ-Potenzial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Freie Leistungswahl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Höhere Vergütung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pro Patient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Individuelle Angebote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Zukunft Ihrer Praxis liegt in der bewussten Gestaltung von Zusatzangeboten.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Erwartungspyramide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Begeisterung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 – wird weiterempfohlen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Zufriedenheit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Erwartungen erfüllt – kommt wieder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Basisversorgung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vorausgesetzt – kein Differenzierungsmerkmal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wer über die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Basis hinausgeht,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gezielt gewählt.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Privatpatienten und Selbstzahler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sind kein Zufall.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Sie sind das Ergebnis aus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Haltung, Struktur und Kommunikation.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2  →  Positionierung &amp; Angebotsschärfung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 – Grundlagen</dc:title>
  <dc:subject>PptxGenJS Presentation</dc:subject>
  <dc:creator>Elevator42</dc:creator>
  <cp:lastModifiedBy>Elevator42</cp:lastModifiedBy>
  <cp:revision>1</cp:revision>
  <dcterms:created xsi:type="dcterms:W3CDTF">2026-06-14T13:11:54Z</dcterms:created>
  <dcterms:modified xsi:type="dcterms:W3CDTF">2026-06-14T13:11:54Z</dcterms:modified>
</cp:coreProperties>
</file>