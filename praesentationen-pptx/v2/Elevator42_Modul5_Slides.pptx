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Warum Preisstrategie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Praxis A – 60 €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Günstiger Preis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Hohe Patientenzahl nötig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Wenig Spielraum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Billig = gut?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Praxis B – 120 €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Premium-Positionierung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Weniger Patienten, höherer Umsatz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Zeit pro Patient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Qualität hat ihren Wert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Beide Praxen haben Patienten – aber unterschiedliche Geschäftsmodelle.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Preislogik &amp; Psychologie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Kosten kennen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Material, Zeit, Raum, Aufwand kalkulieren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Marge festlegen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30-50% Marge für wirtschaftliche Tragfähigkeit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Markt vergleichen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Wettbewerb kennen, nicht kopieren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Nutzen kommunizieren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Immer Nutzen VOR Preis nennen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Paketpreise vs. Einzelleistungen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Einzel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 Termin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Transparent.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Flexibel.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Aber: vergleichbar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und austauschbar.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Paket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Gebündelt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Höhere Wertigkeit.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Weniger vergleichbar.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Mehr Bindung.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Besseres Erlebnis.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Premium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Exklusiv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Maximale Individualisierung.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Höchster Nutzen.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Stärkste Bindung.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Beste Marge.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 Paket ist kein Rabatt – sondern ein durchdachtes Gesamtangebot.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 · LEKTION 5-6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Typische Preisfehler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Zu billig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Signalisiert geringe Qualität oder Unsicherheit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Keine Kalkulation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Preise aus dem Bauch heraus – nicht nachhaltig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Rechtfertigung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Ich weiß, das ist nicht billig, aber...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65760" y="361188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5760" y="361188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361188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Rabatte ungefragt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291840" y="361188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Senkt den wahrgenommenen Wert sofort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2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5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Preise sind keine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Rechtfertigung.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Preise sind ein Versprechen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von Qualität und Wert.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6  →  Service &amp; Patientenerlebnis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5 – Preisstrategie</dc:title>
  <dc:subject>PptxGenJS Presentation</dc:subject>
  <dc:creator>Elevator42</dc:creator>
  <cp:lastModifiedBy>Elevator42</cp:lastModifiedBy>
  <cp:revision>1</cp:revision>
  <dcterms:created xsi:type="dcterms:W3CDTF">2026-06-14T12:41:09Z</dcterms:created>
  <dcterms:modified xsi:type="dcterms:W3CDTF">2026-06-14T12:41:09Z</dcterms:modified>
</cp:coreProperties>
</file>