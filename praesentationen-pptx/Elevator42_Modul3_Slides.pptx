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#03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Kontaktpunkte optimieren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Journey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Kontaktpunkte optimieren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Patient Journey verstehen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Online-Auftritt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 &amp; Terminvereinbarung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675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920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erste Eindruck vor Ort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920240" y="39867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perfekte Patient Journey gestalten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1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4" name="Shape 20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2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8" name="Text 23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Patient Journey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entsteht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habe Schmerzen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Recherche beginnt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Google, Empfehlungen, Bewertungen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Vergleich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Praxen werden verglichen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Kontakt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Telefon, Website, Terminbuchung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5760" y="424281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8" name="Text 25"/>
          <p:cNvSpPr/>
          <p:nvPr/>
        </p:nvSpPr>
        <p:spPr>
          <a:xfrm>
            <a:off x="365760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60120" y="420624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1097280" y="4206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Besuch &amp; Entscheidung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566160" y="42062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Erster Eindruck, Behandlung, Nachsorge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5" name="Text 31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&amp; Telefon optimieren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Leistungen klar? Mobil-optimiert? Vertrauenssignale? Terminbuchung?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Werden Sie gefunden? Bewertungen? Google My Business?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Telefon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Freundlich, strukturiert? Mehrwert anbieten? Termin sichern?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Ersttermin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Anmeldung einfach? Wartezeit kommuniziert? Informiert?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Momente der Wahrheit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Eingang &amp; Empfang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Sekunden für den ersten Eindruck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Wartebereich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Atmosphäre, Sauberkeit, Wartezeit-Info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Behandlung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Erklärung, Empathie, Zeit nehmen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5760" y="361188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5760" y="3611880"/>
            <a:ext cx="54864" cy="62179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361188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Verabschiedung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291840" y="361188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Folgetermin, Feedback, gutes Gefühl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2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perfekte Patient Journey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Begeisterung &amp; Empfehlung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WOW-Effekt → Patienten empfehlen Sie weiter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Reibungsloser Ablauf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Wartezeit, Freundlichkeit, klare Information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Gefunden &amp; Verstanden werden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Website, Google, Telefon – leicht erreichbar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Kontaktpunkt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 eine Chance –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oder ein Risiko.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Kernbotschaft Modul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Patient entscheidet sich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für Ihre Praxis...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...lange bevor er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bei Ihnen anruft.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MIT MODUL 4  →  Kommunikation &amp; Gesprächsführung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3 – Patient Journey</dc:title>
  <dc:subject>PptxGenJS Presentation</dc:subject>
  <dc:creator>Elevator42</dc:creator>
  <cp:lastModifiedBy>Elevator42</cp:lastModifiedBy>
  <cp:revision>1</cp:revision>
  <dcterms:created xsi:type="dcterms:W3CDTF">2026-05-28T12:00:21Z</dcterms:created>
  <dcterms:modified xsi:type="dcterms:W3CDTF">2026-05-28T12:00:21Z</dcterms:modified>
</cp:coreProperties>
</file>