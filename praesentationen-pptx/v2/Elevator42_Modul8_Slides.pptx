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8/10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8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ist der entscheidende Faktor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54864" cy="62179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2801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Wissen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91840" y="1280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Module 1-7 liefern das Know-how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5740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2057400"/>
            <a:ext cx="54864" cy="62179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057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91840" y="20574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Jetzt geht es um den Transfer in den Alltag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83464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834640"/>
            <a:ext cx="54864" cy="62179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83464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Gewohnheit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Nur was zur Routine wird, wirkt langfristig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2" name="Text 18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8 · LEKTION 2-3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Team mitnehmen &amp; Abläufe definieren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058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Vision teilen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Das Team muss verstehen, warum sich etwas ändert.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4805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46177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1206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Rollen klären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634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Wer macht was? Klare Zuständigkeiten.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57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0058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Prozesse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486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Standardabläufe für wiederkehrende Situationen.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805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805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46177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1206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Training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6634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Regelmäßig üben – 15 Min/Woche reichen.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8 · LEKTION 4-6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Nachhaltigkeit sichern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31673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128016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Wöchentliches Team-Meeting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66160" y="1280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20-30 Min: Was lief gut? Was verbessern?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04825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60120" y="201168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97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Rollenspiel-Training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Regelmäßig üben: Gespräch, Einwände, Angebote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77977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74320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97280" y="2743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KPIs messen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2743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5-8 Kennzahlen monatlich tracken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351129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0120" y="347472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9728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Review &amp; Anpassung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566160" y="34747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Was funktioniert? Was ändern wir?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8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Wissen ohne Umsetzung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ist wertlos.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Machen Sie aus gutem Wissen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gute Gewohnheiten.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9  →  Marketing &amp; Wachstum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8 – Umsetzung &amp; Team</dc:title>
  <dc:subject>PptxGenJS Presentation</dc:subject>
  <dc:creator>Elevator42</dc:creator>
  <cp:lastModifiedBy>Elevator42</cp:lastModifiedBy>
  <cp:revision>1</cp:revision>
  <dcterms:created xsi:type="dcterms:W3CDTF">2026-06-14T12:48:11Z</dcterms:created>
  <dcterms:modified xsi:type="dcterms:W3CDTF">2026-06-14T12:48:11Z</dcterms:modified>
</cp:coreProperties>
</file>