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schafft Vertrauen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Wichtige Rahmenbedingungen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Ethische Grundsätze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Sicherheit schafft Vertrauen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Aufklärungspflicht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Über Kosten und Leistung informieren – bevor der Patient zustimmt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Dokumentation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Einwilligung schriftlich festhalten – für beide Seiten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Transparenz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versteckten Kosten – klare Kommunikation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Rahmenbedingungen &amp; Ethik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Rechtlich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Heilmittelwerbegesetz beachten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Keine Heilversprechen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Preistransparenz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Datenschutz (DSGVO)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Ethisch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Patient entscheidet frei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Verkaufsdruck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Ehrliche Beratung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Wohl des Patienten zuerst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rechtlich sicher und ethisch handelt, gewinnt das stärkste Verkaufsargument: Vertrauen.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Rechtssicherheit bedeutet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Einschränkung.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Klarheit 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und die Basis für Vertrauen.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8  →  Umsetzung, Team &amp; 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7 – Recht &amp; Ethik</dc:title>
  <dc:subject>PptxGenJS Presentation</dc:subject>
  <dc:creator>Elevator42</dc:creator>
  <cp:lastModifiedBy>Elevator42</cp:lastModifiedBy>
  <cp:revision>1</cp:revision>
  <dcterms:created xsi:type="dcterms:W3CDTF">2026-05-28T14:08:53Z</dcterms:created>
  <dcterms:modified xsi:type="dcterms:W3CDTF">2026-05-28T14:08:53Z</dcterms:modified>
</cp:coreProperties>
</file>