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#08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Nachhaltige Integration in den Praxisalltag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Umsetzung &amp; Team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Nachhaltige Integration in den Praxisalltag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Umsetzung der entscheidende Faktor ist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Team mitnehmen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Klare Abläufe definieren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Routinen &amp; Training etablieren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Kennzahlen &amp; Erfolg messen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6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92024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Nachhaltigkeit sichern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9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30" name="Text 25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2026-05-28T12:00:22Z</dcterms:created>
  <dcterms:modified xsi:type="dcterms:W3CDTF">2026-05-28T12:00:22Z</dcterms:modified>
</cp:coreProperties>
</file>