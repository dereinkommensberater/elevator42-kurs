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931920" cy="5148072"/>
          </a:xfrm>
          <a:prstGeom prst="rect">
            <a:avLst/>
          </a:prstGeom>
          <a:solidFill>
            <a:srgbClr val="1F4E79">
              <a:alpha val="80000"/>
            </a:srgbClr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65760" y="91440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gewinnen</a:t>
            </a:r>
            <a:endParaRPr lang="en-US" sz="3000" dirty="0"/>
          </a:p>
        </p:txBody>
      </p:sp>
      <p:sp>
        <p:nvSpPr>
          <p:cNvPr id="6" name="Text 2"/>
          <p:cNvSpPr/>
          <p:nvPr/>
        </p:nvSpPr>
        <p:spPr>
          <a:xfrm>
            <a:off x="365760" y="30175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Wachstumsstrategie fuer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0" name="Text 5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82880"/>
            <a:ext cx="2926080" cy="777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772400" y="109728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7772400" y="27432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#02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Angebotsschärfung für Privatpatienten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65760" y="1463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F4E7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Positionierung</a:t>
            </a:r>
            <a:endParaRPr lang="en-US" sz="4800" dirty="0"/>
          </a:p>
        </p:txBody>
      </p:sp>
      <p:sp>
        <p:nvSpPr>
          <p:cNvPr id="8" name="Text 5"/>
          <p:cNvSpPr/>
          <p:nvPr/>
        </p:nvSpPr>
        <p:spPr>
          <a:xfrm>
            <a:off x="457200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Angebotsschärfung für Privatpatienten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828800" y="2560320"/>
            <a:ext cx="2743200" cy="2286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10" name="Text 7"/>
          <p:cNvSpPr/>
          <p:nvPr/>
        </p:nvSpPr>
        <p:spPr>
          <a:xfrm>
            <a:off x="731520" y="2743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Lektion 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920240" y="27432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Positionierung über Erfolg entscheidet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31520" y="30540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Lektion 2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920240" y="30540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Stärken erkennen &amp; schärfen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31520" y="33649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Lektion 3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920240" y="336499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Vom Können zum Angebot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31520" y="36758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Lektion 4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920240" y="36758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Selbstzahlerangebote entwickeln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31520" y="3986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Lektion 5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920240" y="398678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Wahrnehmung &amp; Außenwirkung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22" name="Shape 18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3" name="Text 19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  <p:sp>
        <p:nvSpPr>
          <p:cNvPr id="24" name="Shape 20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7" name="Text 22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  <p:sp>
        <p:nvSpPr>
          <p:cNvPr id="28" name="Text 23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ELEVATOR42  –  SMARTER WAYS TO LEARN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2 · LEKTION 1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ELEVATOR42  –  SMARTER WAYS TO LEARN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Positionierung entscheidet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114800" cy="4572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Praxis A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9436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Wir behandeln alles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9436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Kein klares Profil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9436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Austauschbar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9436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ist denn Ihre Staerke?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57200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572000" y="1280160"/>
            <a:ext cx="4114800" cy="4572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6" name="Text 13"/>
          <p:cNvSpPr/>
          <p:nvPr/>
        </p:nvSpPr>
        <p:spPr>
          <a:xfrm>
            <a:off x="480060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Praxis B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480060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Spezialisiert auf Rücken &amp; Stress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80060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Klares Kompetenzthema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80060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Wird gezielt gewählt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80060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 das brauche ich!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365760" y="3657600"/>
            <a:ext cx="6766560" cy="365760"/>
          </a:xfrm>
          <a:prstGeom prst="rect">
            <a:avLst/>
          </a:prstGeom>
          <a:solidFill>
            <a:srgbClr val="F3E8EF"/>
          </a:solidFill>
          <a:ln/>
        </p:spPr>
      </p:sp>
      <p:sp>
        <p:nvSpPr>
          <p:cNvPr id="22" name="Shape 19"/>
          <p:cNvSpPr/>
          <p:nvPr/>
        </p:nvSpPr>
        <p:spPr>
          <a:xfrm>
            <a:off x="365760" y="3657600"/>
            <a:ext cx="45720" cy="36576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548640" y="3657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alles anbietet, wird selten gezielt gewählt. Wer klar ist, wird gefunden.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7" name="Text 23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2 · LEKTION 2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ELEVATOR42  –  SMARTER WAYS TO LEARN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Stärken erkennen &amp; schärfen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0058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Fachliche Stärke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486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Welche Behandlung beherrschen Sie besonders gut?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4805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805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4" name="Text 11"/>
          <p:cNvSpPr/>
          <p:nvPr/>
        </p:nvSpPr>
        <p:spPr>
          <a:xfrm>
            <a:off x="46177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51206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Empfehlungen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6634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Wofür werden Sie am häufigsten empfohlen?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3657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9" name="Text 16"/>
          <p:cNvSpPr/>
          <p:nvPr/>
        </p:nvSpPr>
        <p:spPr>
          <a:xfrm>
            <a:off x="5029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0058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Nachfrage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486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Welche Leistungen werden am meisten nachgefragt?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4805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4805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4" name="Text 21"/>
          <p:cNvSpPr/>
          <p:nvPr/>
        </p:nvSpPr>
        <p:spPr>
          <a:xfrm>
            <a:off x="46177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51206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Leidenschaft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46634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machen Sie besonders gern? Was fällt leicht?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85166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2 · LEKTION 3-4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ELEVATOR42  –  SMARTER WAYS TO LEARN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Vom Können zum Angebot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31673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8" name="Text 5"/>
          <p:cNvSpPr/>
          <p:nvPr/>
        </p:nvSpPr>
        <p:spPr>
          <a:xfrm>
            <a:off x="365760" y="1316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960120" y="128016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1097280" y="12801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Stärke identifizieren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3566160" y="1280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können Sie besonders gut?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65760" y="204825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3" name="Text 10"/>
          <p:cNvSpPr/>
          <p:nvPr/>
        </p:nvSpPr>
        <p:spPr>
          <a:xfrm>
            <a:off x="365760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960120" y="201168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1097280" y="2011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Zielgruppe definieren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566160" y="20116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profitiert am meisten davon?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77977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2779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60120" y="274320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1097280" y="2743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Nutzen formulieren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566160" y="27432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hat der Patient konkret davon?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65760" y="351129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365760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960120" y="347472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1097280" y="3474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Angebot strukturieren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3566160" y="34747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Ablauf, Dauer, Preis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2 · LEKTION 5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ELEVATOR42  –  SMARTER WAYS TO LEARN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Wahrnehmung &amp; Außenwirkung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2606040" cy="4572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36576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Website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365760" y="1874520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Ihr digitales Schaufenster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4864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 klar erkennbar,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Sie besonders macht?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Nutzen vor Methoden!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20040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200400" y="1280160"/>
            <a:ext cx="2606040" cy="4572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4" name="Text 11"/>
          <p:cNvSpPr/>
          <p:nvPr/>
        </p:nvSpPr>
        <p:spPr>
          <a:xfrm>
            <a:off x="320040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Sprache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3200400" y="1874520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Patientennah kommunizieren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338328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Fachsprache.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Verständlich erklären.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Nutzen statt Aufwand.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03504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035040" y="1280160"/>
            <a:ext cx="2606040" cy="4572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9" name="Text 16"/>
          <p:cNvSpPr/>
          <p:nvPr/>
        </p:nvSpPr>
        <p:spPr>
          <a:xfrm>
            <a:off x="603504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Auftritt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6035040" y="1874520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Gesamteindruck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21792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Praxis, Team, Material –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kommuniziert.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Konsistenz schafft Vertrauen.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65760" y="3840480"/>
            <a:ext cx="6766560" cy="365760"/>
          </a:xfrm>
          <a:prstGeom prst="rect">
            <a:avLst/>
          </a:prstGeom>
          <a:solidFill>
            <a:srgbClr val="F3E8EF"/>
          </a:solidFill>
          <a:ln/>
        </p:spPr>
      </p:sp>
      <p:sp>
        <p:nvSpPr>
          <p:cNvPr id="23" name="Shape 20"/>
          <p:cNvSpPr/>
          <p:nvPr/>
        </p:nvSpPr>
        <p:spPr>
          <a:xfrm>
            <a:off x="365760" y="3840480"/>
            <a:ext cx="45720" cy="36576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4" name="Text 21"/>
          <p:cNvSpPr/>
          <p:nvPr/>
        </p:nvSpPr>
        <p:spPr>
          <a:xfrm>
            <a:off x="548640" y="3840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Positionierung ist kein Verzicht – sondern ein Verstärker.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8" name="Text 24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Kernbotschaft Modul 2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914400" y="1463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Wer alles anbietet,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wird selten gezielt gewählt.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2286000" y="2377440"/>
            <a:ext cx="4572000" cy="13716"/>
          </a:xfrm>
          <a:prstGeom prst="rect">
            <a:avLst/>
          </a:prstGeom>
          <a:solidFill>
            <a:srgbClr val="893163">
              <a:alpha val="5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25603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Wer klar ist,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wird gefunden.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103120" y="3749040"/>
            <a:ext cx="4937760" cy="457200"/>
          </a:xfrm>
          <a:prstGeom prst="rect">
            <a:avLst/>
          </a:prstGeom>
          <a:solidFill>
            <a:srgbClr val="F5C518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228600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WEITER MIT MODUL 3  →  Patient Journey &amp; Kontaktpunkte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3" name="Text 9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  <p:sp>
        <p:nvSpPr>
          <p:cNvPr id="14" name="Text 10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ELEVATOR42  –  SMARTER WAYS TO LEARN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931920" cy="5148072"/>
          </a:xfrm>
          <a:prstGeom prst="rect">
            <a:avLst/>
          </a:prstGeom>
          <a:solidFill>
            <a:srgbClr val="1F4E79">
              <a:alpha val="80000"/>
            </a:srgbClr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65760" y="91440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gewinnen</a:t>
            </a:r>
            <a:endParaRPr lang="en-US" sz="3000" dirty="0"/>
          </a:p>
        </p:txBody>
      </p:sp>
      <p:sp>
        <p:nvSpPr>
          <p:cNvPr id="6" name="Text 2"/>
          <p:cNvSpPr/>
          <p:nvPr/>
        </p:nvSpPr>
        <p:spPr>
          <a:xfrm>
            <a:off x="365760" y="30175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Wachstumsstrategie fuer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0" name="Text 5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 2 – Positionierung</dc:title>
  <dc:subject>PptxGenJS Presentation</dc:subject>
  <dc:creator>Elevator42</dc:creator>
  <cp:lastModifiedBy>Elevator42</cp:lastModifiedBy>
  <cp:revision>1</cp:revision>
  <dcterms:created xsi:type="dcterms:W3CDTF">2026-05-28T12:00:20Z</dcterms:created>
  <dcterms:modified xsi:type="dcterms:W3CDTF">2026-05-28T12:00:20Z</dcterms:modified>
</cp:coreProperties>
</file>