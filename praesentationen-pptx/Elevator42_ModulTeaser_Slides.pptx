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 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 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 Wachstumsstrategie für 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#00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Mehr Privatpatienten &amp; Selbstzahler gewinnen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Teaser-Modul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Mehr Privatpatienten &amp; Selbstzahler gewinnen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Realität vieler Praxen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 eigentliche Problem dahinter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Das 10-Modul-System im Überblick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Was Sie konkret erhalten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7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401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367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TEASER · TEIL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Viele Praxen — ein bekanntes Muster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Was viele erleben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Zu wenig Zeit, zu viel Organisation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Unsicherheit bei Honoraren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Wachstum = mehr Termine = mehr Stress?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Patienten mit immer höheren Erwartungen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Wie erfolgreiche Praxen arbeiten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Strukturierter, klarer und wirtschaftlicher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Mehr Umsatz pro Patient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Bessere Planbarkeit und Qualität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Häufig sogar: weniger Stress im Alltag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Frage ist nicht: Mehr Patienten? Sondern: Wirtschaftlich intelligenter arbeiten.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401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367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TEASER · TEIL 2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Das eigentliche Problem: 3 fehlende Hebel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Leistungen werden nicht aktiv erklärt — Patienten verstehen den Nutzen nicht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004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Prozesse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Telefonate verlaufen zufällig, Abläufe fehlen — enormes Potenzial geht verloren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1280160"/>
            <a:ext cx="2606040" cy="4572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03504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2402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Keine klare Struktur — Zusatzleistungen wirken wie Verkauf statt Mehrwert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5" name="Text 21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44018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367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TEASER · TEIL 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Was Sie konkret erhalten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10 Wissensmodule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30+ Videoeinheiten, aufeinander aufbauend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Arbeitsmaterialien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Checklisten, Gesprächsleitfäden, direkt einsetzbare Formulierungen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Rollenspiele &amp; Training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Praxisnahes Training für das gesamte Praxisteam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Teamlizenz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Alle Arbeitsmaterialien für das gesamte Team inklusive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erfolgreichsten Praxen der Zukunft verkaufen nicht mehr.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Sie kommunizieren klarer, strukturierter und wertiger.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1  →  Modul 1: Grundlagen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 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 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 Wachstumsstrategie für 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2026-05-28T15:25:53Z</dcterms:created>
  <dcterms:modified xsi:type="dcterms:W3CDTF">2026-05-28T15:25:53Z</dcterms:modified>
</cp:coreProperties>
</file>