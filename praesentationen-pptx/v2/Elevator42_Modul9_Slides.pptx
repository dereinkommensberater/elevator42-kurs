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neu denken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≠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Werbung machen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Menschen überzeugen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Aufdringlich sein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Social Media um jeden Preis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=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Vertrauen aufbauen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Sichtbarkeit schaffen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Hilfe bei der Entscheidung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Langfristige Beziehungen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Marketing heißt: Menschen helfen, die richtige Entscheidung zu treffen.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Empfehlungen &amp; Kooperationen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Bewertungen aktiv einholen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Zufriedene Patienten gezielt ansprechen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Empfehlungsprogramm starten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Einfacher Mechanismus für Weiterempfehlung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Kooperationspartner finden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Gemeinsame Zielgruppe, gemeinsamer Mehrwert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Netzwerk pflegen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Regelmäßiger Austausch mit Partnern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 Marketing-System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1280160"/>
            <a:ext cx="274320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 &amp; Wachstum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Systematisch neue Patienten gewinnen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286000"/>
            <a:ext cx="4572000" cy="749808"/>
          </a:xfrm>
          <a:prstGeom prst="rect">
            <a:avLst/>
          </a:prstGeom>
          <a:solidFill>
            <a:srgbClr val="89316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Vertrauen aufbauen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 schulen, Kommunikation optimieren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6400800" cy="749808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Sichtbarkeit schaffen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Website, Google, Bewertungen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 1: Sichtbarkeit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 2: Vertrauen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 3: Wachstum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= 3-Monats-Blueprint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bedeutet nicht,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Menschen zu überzeugen.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Sondern ihnen zu helfen,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richtige Entscheidung zu treffen.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10  →  Controlling &amp; Optimierung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9 – Marketing &amp; Wachstum</dc:title>
  <dc:subject>PptxGenJS Presentation</dc:subject>
  <dc:creator>Elevator42</dc:creator>
  <cp:lastModifiedBy>Elevator42</cp:lastModifiedBy>
  <cp:revision>1</cp:revision>
  <dcterms:created xsi:type="dcterms:W3CDTF">2026-06-14T10:48:48Z</dcterms:created>
  <dcterms:modified xsi:type="dcterms:W3CDTF">2026-06-14T10:48:48Z</dcterms:modified>
</cp:coreProperties>
</file>