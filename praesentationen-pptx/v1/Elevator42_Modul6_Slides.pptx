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1F4E79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914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365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fuer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82880"/>
            <a:ext cx="292608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1097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772400" y="274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#06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WOW-Effekte für Patienten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463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Service &amp; Erlebnis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WOW-Effekte für Patienten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28800" y="2560320"/>
            <a:ext cx="2743200" cy="228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92024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Warum Service über Bindung entscheidet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3054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920240" y="30540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Momente der Wahrheit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920240" y="3364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Service-Differenzierung konkret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3675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920240" y="3675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Wartezeit &amp; Terminmanagement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" y="3986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920240" y="3986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WOW-Effekte bewusst erzeugen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19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24" name="Text 20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6 · LEKTION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Warum Service über Bindung entscheidet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54864" cy="6217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2801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Standardversorgung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91840" y="12801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Wird erwartet – aber nicht empfohlen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" y="205740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057400"/>
            <a:ext cx="54864" cy="62179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0574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Guter Service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91840" y="20574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Wird geschätzt – und bleibt im Gedächtnis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283464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834640"/>
            <a:ext cx="54864" cy="62179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83464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WOW-Erlebnis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91840" y="2834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Wird weiterempfohlen – und erzeugt Loyalität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18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6 · LEKTION 2-3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Momente der Wahrheit im Detail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Begrüßung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Blickkontakt, Lächeln, Name – in den ersten 10 Sekunden.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805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1206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Wartezeit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634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Nicht die Dauer zählt – sondern ob sie kommuniziert wird.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058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Erklärung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86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Verständlich, empathisch, auf Augenhöhe.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4805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4805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46177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1206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Abschied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6634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Folgetermin, Zusammenfassung, gutes Gefühl.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6 · LEKTION 4-5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WOW-Effekte erzeugen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2606040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Kleine Geste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65760" y="18745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Unerwartet &amp; persönlich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Nachsorge-Anruf.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Kleine Aufmerksamkeit.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Persönliche Notiz.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280160"/>
            <a:ext cx="2606040" cy="4572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320040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Service+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200400" y="18745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Über Standard hinaus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38328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Bevorzugter Termin.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Individueller Plan.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Digitaler Bericht.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504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35040" y="1280160"/>
            <a:ext cx="260604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Erlebnis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035040" y="18745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Ganzheitlich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1792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Atmosphäre.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Team-Auftreten.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Konsistenz überall.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384048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3" name="Shape 20"/>
          <p:cNvSpPr/>
          <p:nvPr/>
        </p:nvSpPr>
        <p:spPr>
          <a:xfrm>
            <a:off x="365760" y="384048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Begeisterung entsteht nicht durch mehr vom Gleichen – sondern durch unerwartete Qualität.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24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6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Patienten erinnern sich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nicht an jede Einzelheit.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Aber sie erinnern sich genau,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wie sie sich gefühlt haben.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03120" y="3749040"/>
            <a:ext cx="4937760" cy="457200"/>
          </a:xfrm>
          <a:prstGeom prst="rect">
            <a:avLst/>
          </a:prstGeom>
          <a:solidFill>
            <a:srgbClr val="F5C51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WEITER MIT MODUL 7  →  Recht &amp; Ethik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1F4E79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914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365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fuer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6 – Service &amp; Erlebnis</dc:title>
  <dc:subject>PptxGenJS Presentation</dc:subject>
  <dc:creator>Elevator42</dc:creator>
  <cp:lastModifiedBy>Elevator42</cp:lastModifiedBy>
  <cp:revision>1</cp:revision>
  <dcterms:created xsi:type="dcterms:W3CDTF">2026-05-28T14:08:53Z</dcterms:created>
  <dcterms:modified xsi:type="dcterms:W3CDTF">2026-05-28T14:08:53Z</dcterms:modified>
</cp:coreProperties>
</file>