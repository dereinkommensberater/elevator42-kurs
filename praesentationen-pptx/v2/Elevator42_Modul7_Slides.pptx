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389120" y="2834640"/>
            <a:ext cx="4206240" cy="169164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4617720" y="3063240"/>
            <a:ext cx="411480" cy="411480"/>
          </a:xfrm>
          <a:prstGeom prst="oval">
            <a:avLst/>
          </a:prstGeom>
          <a:solidFill>
            <a:srgbClr val="1F4E79">
              <a:alpha val="75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51206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7/10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17720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61772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37160"/>
            <a:ext cx="2926080" cy="34747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 O D U L Ü B E R S I C H T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5488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Grundlagen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PKV &amp; Selbstzahler verstehen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72968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2" name="Text 9"/>
          <p:cNvSpPr/>
          <p:nvPr/>
        </p:nvSpPr>
        <p:spPr>
          <a:xfrm>
            <a:off x="3264408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282696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Positionierung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82696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Angebotsschärfung für Privatpatienten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80176" y="640080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0176" y="640080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7" name="Text 14"/>
          <p:cNvSpPr/>
          <p:nvPr/>
        </p:nvSpPr>
        <p:spPr>
          <a:xfrm>
            <a:off x="6071616" y="640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03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89904" y="896112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Patient Journey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9904" y="1261872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Kontaktpunkte optimieren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5488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Kommunikation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5488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Gesprächsführung mit Privatpatienten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72968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172968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7" name="Text 24"/>
          <p:cNvSpPr/>
          <p:nvPr/>
        </p:nvSpPr>
        <p:spPr>
          <a:xfrm>
            <a:off x="3264408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05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82696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Preisstrategie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82696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Honorargestaltung für Selbstzahler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80176" y="1709928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0176" y="1709928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2" name="Text 29"/>
          <p:cNvSpPr/>
          <p:nvPr/>
        </p:nvSpPr>
        <p:spPr>
          <a:xfrm>
            <a:off x="6071616" y="17099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06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089904" y="1965960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Service &amp; Erlebnis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89904" y="23317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WOW-Effekte für Patienten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65760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65760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07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75488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 &amp; Ethik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475488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Sicherheit und Vertrauen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172968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172968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2" name="Text 39"/>
          <p:cNvSpPr/>
          <p:nvPr/>
        </p:nvSpPr>
        <p:spPr>
          <a:xfrm>
            <a:off x="3264408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08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3282696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Umsetzung &amp; Team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282696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Nachhaltige Integration in den Praxisalltag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80176" y="2779776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80176" y="2779776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47" name="Text 44"/>
          <p:cNvSpPr/>
          <p:nvPr/>
        </p:nvSpPr>
        <p:spPr>
          <a:xfrm>
            <a:off x="6071616" y="27797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09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6089904" y="3035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Marketing &amp; Wachstum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089904" y="340156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Sichtbarkeit und Empfehlungen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65760" y="3849624"/>
            <a:ext cx="2606040" cy="96012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365760" y="3849624"/>
            <a:ext cx="2606040" cy="201168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38496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 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75488" y="4105656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475488" y="4471416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Optimierung &amp; kontinuierliche Verbesserung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71450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641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 · LEKTION 1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Sicherheit schafft Vertrauen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2801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Aufklärungspflicht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91840" y="1280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Über Kosten und Leistung informieren – bevor der Patient zustimmt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205740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57400"/>
            <a:ext cx="54864" cy="62179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057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Dokumentation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91840" y="20574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Einwilligung schriftlich festhalten – für beide Seiten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6766560" cy="621792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834640"/>
            <a:ext cx="54864" cy="6217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Transparenz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291840" y="2834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Keine versteckten Kosten – klare Kommunikation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8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851660" cy="256032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7785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 7 · LEKTION 2-3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Rahmenbedingungen &amp; Ethik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Rechtlich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Heilmittelwerbegesetz beachten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Keine Heilversprechen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Preistransparenz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Datenschutz (DSGVO)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280160"/>
            <a:ext cx="4114800" cy="2468880"/>
          </a:xfrm>
          <a:prstGeom prst="rect">
            <a:avLst/>
          </a:prstGeom>
          <a:solidFill>
            <a:srgbClr val="1C305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280160"/>
            <a:ext cx="4114800" cy="457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Ethisch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800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Patient entscheidet frei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006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Kein Verkaufsdruck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Ehrliche Beratung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▸ Wohl des Patienten zuerst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3657600"/>
            <a:ext cx="6766560" cy="365760"/>
          </a:xfrm>
          <a:prstGeom prst="rect">
            <a:avLst/>
          </a:prstGeom>
          <a:solidFill>
            <a:srgbClr val="F3E8EF"/>
          </a:solidFill>
          <a:ln/>
        </p:spPr>
      </p:sp>
      <p:sp>
        <p:nvSpPr>
          <p:cNvPr id="22" name="Shape 19"/>
          <p:cNvSpPr/>
          <p:nvPr/>
        </p:nvSpPr>
        <p:spPr>
          <a:xfrm>
            <a:off x="365760" y="3657600"/>
            <a:ext cx="45720" cy="365760"/>
          </a:xfrm>
          <a:prstGeom prst="rect">
            <a:avLst/>
          </a:prstGeom>
          <a:solidFill>
            <a:srgbClr val="893163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3163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Wer rechtlich sicher und ethisch handelt, gewinnt das stärkste Verkaufsargument: Vertrauen.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3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931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09728"/>
            <a:ext cx="4572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3D3D5C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Kernbotschaft Modul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Rechtssicherheit bedeutet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nicht Einschränkung.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0" y="2377440"/>
            <a:ext cx="4572000" cy="13716"/>
          </a:xfrm>
          <a:prstGeom prst="rect">
            <a:avLst/>
          </a:prstGeom>
          <a:solidFill>
            <a:srgbClr val="89316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Sondern Klarheit –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893163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und die Basis für Vertrauen.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103120" y="3749040"/>
            <a:ext cx="4937760" cy="457200"/>
          </a:xfrm>
          <a:prstGeom prst="rect">
            <a:avLst/>
          </a:prstGeom>
          <a:solidFill>
            <a:srgbClr val="F5C51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WEITER MIT MODUL 8  →  Umsetzung, Team &amp; Integration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© by ELEVATOR42 -- SMARTER WAYS TO LEARN                    elevator42.com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93008" cy="5148072"/>
          </a:xfrm>
          <a:prstGeom prst="rect">
            <a:avLst/>
          </a:prstGeom>
          <a:solidFill>
            <a:srgbClr val="1F4E7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182880"/>
            <a:ext cx="2194560" cy="5943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"/>
            <a:ext cx="5486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4320" y="1097280"/>
            <a:ext cx="3035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Mehr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Privatpatienten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&amp; Selbstzahler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ira Sans ExtraBold" pitchFamily="34" charset="0"/>
                <a:ea typeface="Fira Sans ExtraBold" pitchFamily="34" charset="-122"/>
                <a:cs typeface="Fira Sans ExtraBold" pitchFamily="34" charset="-120"/>
              </a:rPr>
              <a:t>gewinnen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274320" y="3108960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Die wirtschaftliche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Wachstumsstrategie für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moderne Praxen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7269480" y="4114800"/>
            <a:ext cx="173736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1645920" cy="70408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315200" y="4882896"/>
            <a:ext cx="1645920" cy="14630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5"/>
          <p:cNvSpPr/>
          <p:nvPr/>
        </p:nvSpPr>
        <p:spPr>
          <a:xfrm>
            <a:off x="7360920" y="488289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▶ 0:24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7 – Recht &amp; Ethik</dc:title>
  <dc:subject>PptxGenJS Presentation</dc:subject>
  <dc:creator>Elevator42</dc:creator>
  <cp:lastModifiedBy>Elevator42</cp:lastModifiedBy>
  <cp:revision>1</cp:revision>
  <dcterms:created xsi:type="dcterms:W3CDTF">2026-06-14T13:11:57Z</dcterms:created>
  <dcterms:modified xsi:type="dcterms:W3CDTF">2026-06-14T13:11:57Z</dcterms:modified>
</cp:coreProperties>
</file>