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31920" cy="5148072"/>
          </a:xfrm>
          <a:prstGeom prst="rect">
            <a:avLst/>
          </a:prstGeom>
          <a:solidFill>
            <a:srgbClr val="1F4E79">
              <a:alpha val="80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5760" y="9144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gewinnen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365760" y="3017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Wachstumsstrategie fuer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5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82880"/>
            <a:ext cx="2926080" cy="777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0" y="10972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7772400" y="2743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#10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Optimierung &amp; kontinuierliche Verbesserung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65760" y="1463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Controlling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457200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Optimierung &amp; kontinuierliche Verbesserung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828800" y="2560320"/>
            <a:ext cx="2743200" cy="228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920240" y="2743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 messen wichtig ist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1520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920240" y="30540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wichtigsten KPIs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920240" y="33649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nutzen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675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Lektion 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920240" y="36758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Kontinuierliche Optimierung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1" name="Text 17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  <p:sp>
        <p:nvSpPr>
          <p:cNvPr id="22" name="Shape 18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5" name="Text 20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  <p:sp>
        <p:nvSpPr>
          <p:cNvPr id="26" name="Text 21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8308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10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Warum messen wichtig ist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Bauchgefühl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Unsicher, nicht überprüfbar, subjektiv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Daten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Klar, überprüfbar, steuerbar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Kernaussage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was messbar ist, lässt sich verbessern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8308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09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10 · LEKTION 2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wichtigsten KPIs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Privatanteil %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Anteil PKV &amp; SZ am Gesamtpatientenaufkommen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SZ-Umsatz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Monatlicher Umsatz aus Selbstzahlerleistungen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Wiederkommquote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viele Patienten kommen wieder?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Empfehlungsquote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viele Neupatienten durch Empfehlung?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92024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847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10 · LEKTION 3-4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Feedback &amp; Optimierung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31673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8" name="Text 5"/>
          <p:cNvSpPr/>
          <p:nvPr/>
        </p:nvSpPr>
        <p:spPr>
          <a:xfrm>
            <a:off x="365760" y="1316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60120" y="128016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1097280" y="12801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Feedback einholen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566160" y="12801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Systematisch nach jedem Besuch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365760" y="204825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365760" y="20482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60120" y="201168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097280" y="201168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KPIs monatlich prüfen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566160" y="201168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 erkennen, Abweichungen verstehen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77977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18" name="Text 15"/>
          <p:cNvSpPr/>
          <p:nvPr/>
        </p:nvSpPr>
        <p:spPr>
          <a:xfrm>
            <a:off x="365760" y="27797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60120" y="274320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1097280" y="27432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Maßnahmen ableiten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566160" y="27432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Konkret, messbar, terminiert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65760" y="3511296"/>
            <a:ext cx="457200" cy="457200"/>
          </a:xfrm>
          <a:prstGeom prst="oval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365760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960120" y="3474720"/>
            <a:ext cx="6217920" cy="54864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1097280" y="34747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Fortschritte feiern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566160" y="34747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Erfolge sichtbar machen – motiviert das Team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Kernbotschaft Modul 10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Nur was messbar ist,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lässt sich verbessern.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Machen Sie aus Bauchgefühl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fundierte Steuerung.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7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  <p:sp>
        <p:nvSpPr>
          <p:cNvPr id="12" name="Text 8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ELEVATOR42  –  SMARTER WAYS TO LEARN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31920" cy="5148072"/>
          </a:xfrm>
          <a:prstGeom prst="rect">
            <a:avLst/>
          </a:prstGeom>
          <a:solidFill>
            <a:srgbClr val="1F4E79">
              <a:alpha val="80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5760" y="9144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gewinnen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365760" y="3017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Wachstumsstrategie fuer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5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10 – Controlling</dc:title>
  <dc:subject>PptxGenJS Presentation</dc:subject>
  <dc:creator>Elevator42</dc:creator>
  <cp:lastModifiedBy>Elevator42</cp:lastModifiedBy>
  <cp:revision>1</cp:revision>
  <dcterms:created xsi:type="dcterms:W3CDTF">2026-05-28T12:00:23Z</dcterms:created>
  <dcterms:modified xsi:type="dcterms:W3CDTF">2026-05-28T12:00:23Z</dcterms:modified>
</cp:coreProperties>
</file>